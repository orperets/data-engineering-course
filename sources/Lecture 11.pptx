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7" r:id="rId2"/>
    <p:sldId id="381" r:id="rId3"/>
    <p:sldId id="382" r:id="rId4"/>
    <p:sldId id="384" r:id="rId5"/>
    <p:sldId id="385" r:id="rId6"/>
    <p:sldId id="388" r:id="rId7"/>
    <p:sldId id="389" r:id="rId8"/>
    <p:sldId id="390" r:id="rId9"/>
    <p:sldId id="391" r:id="rId10"/>
    <p:sldId id="392" r:id="rId11"/>
    <p:sldId id="393" r:id="rId12"/>
    <p:sldId id="394" r:id="rId13"/>
    <p:sldId id="395" r:id="rId14"/>
    <p:sldId id="396" r:id="rId15"/>
    <p:sldId id="397" r:id="rId16"/>
    <p:sldId id="398" r:id="rId17"/>
    <p:sldId id="400" r:id="rId18"/>
    <p:sldId id="401" r:id="rId19"/>
    <p:sldId id="402" r:id="rId20"/>
    <p:sldId id="403" r:id="rId21"/>
    <p:sldId id="404" r:id="rId22"/>
    <p:sldId id="405" r:id="rId23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389" autoAdjust="0"/>
    <p:restoredTop sz="94499"/>
  </p:normalViewPr>
  <p:slideViewPr>
    <p:cSldViewPr snapToGrid="0">
      <p:cViewPr varScale="1">
        <p:scale>
          <a:sx n="151" d="100"/>
          <a:sy n="151" d="100"/>
        </p:scale>
        <p:origin x="360" y="19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B63F32-7DA3-4013-BE26-9191402E55C8}" type="datetimeFigureOut">
              <a:rPr lang="en-IL" smtClean="0"/>
              <a:t>28/05/2023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8866D-0BA4-4B03-8FA8-A96EE1FB39D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21153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959297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735435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20675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862532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327656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247662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4192903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6737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35870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29514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887631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3268485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88966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38480263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2626350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853431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776310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19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854566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20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858439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21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4514581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08866D-0BA4-4B03-8FA8-A96EE1FB39D0}" type="slidenum">
              <a:rPr lang="en-IL" smtClean="0"/>
              <a:t>22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72202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553BB-FAA3-46ED-8326-AD7EE26F78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615E8-3C95-4096-8039-02C1046EA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E2517-A02E-4027-BA2C-117CE149D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F7157C-9C36-0447-8046-5352E14D0F80}" type="datetime8">
              <a:rPr lang="en-US" smtClean="0"/>
              <a:t>5/28/23 12:54 PM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5C8B8-C77F-4E96-831A-FC160B4AF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7E7471-5067-4CA0-9D60-D86D047E9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800"/>
            </a:lvl1pPr>
          </a:lstStyle>
          <a:p>
            <a:fld id="{B62643F8-DFCD-4B5F-9519-933435FA18FB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72014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257D3F8-87F0-4DF5-8F98-66DFD99EE7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83474"/>
            <a:ext cx="10515600" cy="5593489"/>
          </a:xfrm>
        </p:spPr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BCDE1D59-793A-43B8-B383-259A90AD527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96E8B87-F9FD-464E-B534-DBC261D83ADB}" type="datetime8">
              <a:rPr lang="en-US" smtClean="0"/>
              <a:t>5/28/23 12:54 PM</a:t>
            </a:fld>
            <a:endParaRPr lang="en-IL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A69F713-2159-4167-B614-5042E8DE4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5F40A595-FC21-4942-AC1C-EC8D0EE8F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1800"/>
            </a:lvl1pPr>
          </a:lstStyle>
          <a:p>
            <a:fld id="{C9D69B18-316A-457F-86C2-CFE4F951EE27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95765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uiExpand="1" build="p">
        <p:tmplLst>
          <p:tmpl lvl="1">
            <p:tnLst>
              <p:par>
                <p:cTn presetID="1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6DB71-F16A-411E-A1F0-229842FF42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FEC0A3-903B-4C81-96AA-FA5FE787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21F274-0FDC-4FF1-AD1D-E33CBC0B8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52E3E6-91E3-074B-992C-DFAD5D8203F1}" type="datetime8">
              <a:rPr lang="en-US" smtClean="0"/>
              <a:t>5/28/23 12:54 PM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317186-B90F-456C-A210-0CD662FC9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CF8B6-F957-4C26-89F8-62EE0895AC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9997827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BCB62-2976-4F72-B0D1-D7D5CC8DF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70335-BA28-442F-B929-834D11AFBB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3D0261-93E1-42EC-B45C-7A9C69E6DB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1B8B7-4BAF-485E-8E14-0A3937A2E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260D7-63E2-8F4C-B61F-30E5198AD46D}" type="datetime8">
              <a:rPr lang="en-US" smtClean="0"/>
              <a:t>5/28/23 12:54 PM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D101D7-C282-4291-A047-A469118DB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E3ACF7-1919-4005-8D18-C065FE37B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158286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25D40-5A05-454B-BF8D-2ADD22626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CDEE7E-1856-4D6C-95E1-B25F3B5CF8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7349D-B192-40B0-A682-C3914DCE58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86D532-BD26-45AE-91E7-2BCEE71DE7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39C4E2-6DDF-4BCE-9E96-2FEA03A919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71B11A-C4F8-4F85-A0D5-34A703DD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54800-C55A-184D-A866-767457B6C650}" type="datetime8">
              <a:rPr lang="en-US" smtClean="0"/>
              <a:t>5/28/23 12:54 PM</a:t>
            </a:fld>
            <a:endParaRPr lang="en-I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F8E969-DC51-428E-A40E-10E237847C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F4C0B3-7D21-431B-8C06-6364026C9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300049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CF8A9-2FB1-463C-A055-7D8DEF623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834B02-6F21-4BD3-9253-024380CF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F7541-BDF2-4645-8A4E-8E2D7EE21A60}" type="datetime8">
              <a:rPr lang="en-US" smtClean="0"/>
              <a:t>5/28/23 12:54 PM</a:t>
            </a:fld>
            <a:endParaRPr lang="en-I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6109D8-60DE-4EAE-9FA4-4743AF1B5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C2833B9-F0EF-4F2D-B1F5-59A0518AC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470482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F94F9A-B863-4CA1-A3D9-2612454CB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821F0E-3E80-FE45-B8FD-1C1C83A92A89}" type="datetime8">
              <a:rPr lang="en-US" smtClean="0"/>
              <a:t>5/28/23 12:54 PM</a:t>
            </a:fld>
            <a:endParaRPr lang="en-I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856BA7-0F82-4B54-82BF-04EC0B081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6A46C4-110C-4F16-A55B-2CA103D5BC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290415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DF8D4-37EB-4208-8EBF-A36DA15D5A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9644F-4231-4135-985A-E35BB7DF7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C084D-8409-4F23-A4F3-946B11E92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57D6E5-0ADE-47F1-BF75-064C0FC0B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84BC4-6D1E-DE4B-8507-B318EEC4AD62}" type="datetime8">
              <a:rPr lang="en-US" smtClean="0"/>
              <a:t>5/28/23 12:54 PM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95BE5-8107-4C77-A0C7-320528011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B29687-8674-4B44-BCA8-CA55A7F66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355129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DDB8B-F360-41C1-9E59-41BC175C2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29284B-956D-4A04-AA87-11920CE3AB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DA7EC3-09A8-4251-B03C-6044FAB1E4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06FFE-DADD-4559-BD8F-E4090E851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CF4522-6391-7F4B-8B88-660A337C3B79}" type="datetime8">
              <a:rPr lang="en-US" smtClean="0"/>
              <a:t>5/28/23 12:54 PM</a:t>
            </a:fld>
            <a:endParaRPr lang="en-I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7A7321-97EB-4815-A837-E4FF27362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3595F-1D61-441A-9A46-FC01E1605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8291920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16D421-C27E-4305-9BA4-ABDBC270E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69482A-BFEA-4A85-973C-0414EA508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CE6C9-3B2C-4E59-B407-9DEAA5194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B7FFB-2FB8-ED4D-871F-3A525991ED9E}" type="datetime8">
              <a:rPr lang="en-US" smtClean="0"/>
              <a:t>5/28/23 12:54 PM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B3FA1-84D5-4374-B090-8EED7F0EE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B37D06-0BF6-4041-954F-C1D4B14F0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506217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CA0116A-EF9A-40BC-BE26-84DF8D33F6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EB09AB-DE01-41A1-8BED-34FC1B482A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A0832B-4F28-4DE3-AF6D-37975A09F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DA56F-98C1-D743-A051-0A3D6E708A11}" type="datetime8">
              <a:rPr lang="en-US" smtClean="0"/>
              <a:t>5/28/23 12:54 PM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F064A4-73D9-4140-BB4B-47A62F8C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41DA01-1032-4191-848B-F8A71F65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74113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D5FF43-15EB-48BF-9377-EC78CBDCC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8A9A9A-96AC-434D-8596-80E7719973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7151C-500A-4CAF-8B1B-C429EEE2CD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EDC74C-E7D5-9845-AF76-D52732F67C64}" type="datetime8">
              <a:rPr lang="en-US" smtClean="0"/>
              <a:t>5/28/23 12:54 PM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1936C9-3550-4463-A834-A8233EB9F3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Or Peretz</a:t>
            </a:r>
            <a:endParaRPr lang="en-I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370A5C-A380-420D-86FA-95B4F828D7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2643F8-DFCD-4B5F-9519-933435FA18FB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0447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F07A-A6B2-4AA3-9FB3-FF93725B9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352" y="395416"/>
            <a:ext cx="11794982" cy="3409557"/>
          </a:xfrm>
        </p:spPr>
        <p:txBody>
          <a:bodyPr>
            <a:normAutofit/>
          </a:bodyPr>
          <a:lstStyle/>
          <a:p>
            <a: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</a:pPr>
            <a:r>
              <a:rPr lang="en-US" u="sng" dirty="0">
                <a:cs typeface="+mn-cs"/>
              </a:rPr>
              <a:t>Business Intelligence</a:t>
            </a:r>
            <a:endParaRPr lang="en-IL" u="sng" dirty="0"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54BFDD-2D28-4F88-A89F-35EB6574CA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10843" y="4276585"/>
            <a:ext cx="9144000" cy="1655762"/>
          </a:xfrm>
        </p:spPr>
        <p:txBody>
          <a:bodyPr>
            <a:normAutofit/>
          </a:bodyPr>
          <a:lstStyle/>
          <a:p>
            <a:pPr marL="0" indent="0" algn="ct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sz="3600" dirty="0"/>
              <a:t>KDD</a:t>
            </a:r>
            <a:endParaRPr lang="en-IL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7C810-8880-4D05-860C-4E520C91B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2643F8-DFCD-4B5F-9519-933435FA18FB}" type="slidenum">
              <a:rPr lang="en-IL" smtClean="0"/>
              <a:t>1</a:t>
            </a:fld>
            <a:endParaRPr lang="en-I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08135C-5A11-DB47-A5FC-BE38DE9D9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Or </a:t>
            </a:r>
            <a:r>
              <a:rPr lang="en-US" dirty="0" err="1"/>
              <a:t>Peretz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7308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Knowledge Discovery in Databases </a:t>
            </a:r>
          </a:p>
          <a:p>
            <a:r>
              <a:rPr lang="en-US" altLang="en-IL" sz="2400" dirty="0"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KDD is the automatic extraction of non-obvious, hidden knowledge from large volumes of data.</a:t>
            </a:r>
          </a:p>
          <a:p>
            <a:pPr algn="ctr">
              <a:lnSpc>
                <a:spcPct val="150000"/>
              </a:lnSpc>
            </a:pP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2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3" name="Picture 3">
            <a:extLst>
              <a:ext uri="{FF2B5EF4-FFF2-40B4-BE49-F238E27FC236}">
                <a16:creationId xmlns:a16="http://schemas.microsoft.com/office/drawing/2014/main" id="{976D439D-E4E4-98D1-BBEC-85752E34BF31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95177" y="2250987"/>
            <a:ext cx="1401762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AutoShape 4">
            <a:extLst>
              <a:ext uri="{FF2B5EF4-FFF2-40B4-BE49-F238E27FC236}">
                <a16:creationId xmlns:a16="http://schemas.microsoft.com/office/drawing/2014/main" id="{C5520061-96E5-5874-24B2-410DD78B51BB}"/>
              </a:ext>
            </a:extLst>
          </p:cNvPr>
          <p:cNvSpPr>
            <a:spLocks/>
          </p:cNvSpPr>
          <p:nvPr/>
        </p:nvSpPr>
        <p:spPr bwMode="auto">
          <a:xfrm>
            <a:off x="5158264" y="2420850"/>
            <a:ext cx="2081213" cy="1430337"/>
          </a:xfrm>
          <a:prstGeom prst="rightArrow">
            <a:avLst>
              <a:gd name="adj1" fmla="val 75009"/>
              <a:gd name="adj2" fmla="val 72759"/>
            </a:avLst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0" bIns="0"/>
          <a:lstStyle/>
          <a:p>
            <a:endParaRPr lang="en-IL"/>
          </a:p>
        </p:txBody>
      </p:sp>
      <p:pic>
        <p:nvPicPr>
          <p:cNvPr id="7" name="Picture 5">
            <a:extLst>
              <a:ext uri="{FF2B5EF4-FFF2-40B4-BE49-F238E27FC236}">
                <a16:creationId xmlns:a16="http://schemas.microsoft.com/office/drawing/2014/main" id="{0FB21468-F16E-B782-C38E-F410054D4412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8277" y="2708187"/>
            <a:ext cx="1236662" cy="827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EA91C3D-E966-DCD0-BFAC-E2ED7DB9B675}"/>
              </a:ext>
            </a:extLst>
          </p:cNvPr>
          <p:cNvSpPr>
            <a:spLocks/>
          </p:cNvSpPr>
          <p:nvPr/>
        </p:nvSpPr>
        <p:spPr bwMode="auto">
          <a:xfrm>
            <a:off x="1830864" y="3887700"/>
            <a:ext cx="2811410" cy="12311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IL" sz="20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10</a:t>
            </a:r>
            <a:r>
              <a:rPr lang="en-US" altLang="en-IL" sz="2000" baseline="300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6</a:t>
            </a:r>
            <a:r>
              <a:rPr lang="en-US" altLang="en-IL" sz="20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-10</a:t>
            </a:r>
            <a:r>
              <a:rPr lang="en-US" altLang="en-IL" sz="2000" baseline="300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12 </a:t>
            </a:r>
            <a:r>
              <a:rPr lang="en-US" altLang="en-IL" sz="20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bytes:</a:t>
            </a:r>
          </a:p>
          <a:p>
            <a:r>
              <a:rPr lang="en-US" altLang="en-IL" sz="20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we never see the whole</a:t>
            </a:r>
          </a:p>
          <a:p>
            <a:r>
              <a:rPr lang="en-US" altLang="en-IL" sz="20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data set, so will put it in </a:t>
            </a:r>
          </a:p>
          <a:p>
            <a:r>
              <a:rPr lang="en-US" altLang="en-IL" sz="20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the memory of computers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393703-A102-6D1D-06A3-832B80719953}"/>
              </a:ext>
            </a:extLst>
          </p:cNvPr>
          <p:cNvSpPr>
            <a:spLocks/>
          </p:cNvSpPr>
          <p:nvPr/>
        </p:nvSpPr>
        <p:spPr bwMode="auto">
          <a:xfrm>
            <a:off x="7982427" y="4003587"/>
            <a:ext cx="2589426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IL" sz="20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What is the knowledge?</a:t>
            </a:r>
          </a:p>
          <a:p>
            <a:r>
              <a:rPr lang="en-US" altLang="en-IL" sz="20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How to represent </a:t>
            </a:r>
          </a:p>
          <a:p>
            <a:r>
              <a:rPr lang="en-US" altLang="en-IL" sz="20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and use it?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7E490B-69EE-B16C-E6AA-046BAFBDC1CC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5977" y="2322425"/>
            <a:ext cx="1924050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35347BD2-E96A-D25C-D0B9-EFD078C4CC73}"/>
              </a:ext>
            </a:extLst>
          </p:cNvPr>
          <p:cNvSpPr>
            <a:spLocks/>
          </p:cNvSpPr>
          <p:nvPr/>
        </p:nvSpPr>
        <p:spPr bwMode="auto">
          <a:xfrm>
            <a:off x="5093177" y="4179800"/>
            <a:ext cx="2036967" cy="923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IL" sz="20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 Then run Data </a:t>
            </a:r>
          </a:p>
          <a:p>
            <a:r>
              <a:rPr lang="en-US" altLang="en-IL" sz="20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 Mining algorithms</a:t>
            </a:r>
          </a:p>
          <a:p>
            <a:r>
              <a:rPr lang="en-US" altLang="en-IL" sz="20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4198038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2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3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4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5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6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Data, Information, Knowledge</a:t>
            </a:r>
          </a:p>
          <a:p>
            <a:pPr algn="ctr">
              <a:lnSpc>
                <a:spcPct val="150000"/>
              </a:lnSpc>
            </a:pP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3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D8EC2922-9104-1B4F-0A83-C7D2E2F3FE33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61301" y="1093571"/>
            <a:ext cx="9906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Rectangle 3">
            <a:extLst>
              <a:ext uri="{FF2B5EF4-FFF2-40B4-BE49-F238E27FC236}">
                <a16:creationId xmlns:a16="http://schemas.microsoft.com/office/drawing/2014/main" id="{F54970D7-A22B-27DD-F4DF-C20374BB8C80}"/>
              </a:ext>
            </a:extLst>
          </p:cNvPr>
          <p:cNvSpPr>
            <a:spLocks/>
          </p:cNvSpPr>
          <p:nvPr/>
        </p:nvSpPr>
        <p:spPr bwMode="auto">
          <a:xfrm>
            <a:off x="3064651" y="1169771"/>
            <a:ext cx="70231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1275" bIns="0"/>
          <a:lstStyle>
            <a:lvl1pPr marL="412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IL" sz="2000" dirty="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We often see </a:t>
            </a:r>
            <a:r>
              <a:rPr lang="en-US" altLang="en-IL" sz="2000" b="1" dirty="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data</a:t>
            </a:r>
            <a:r>
              <a:rPr lang="en-US" altLang="en-IL" sz="2000" dirty="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 as a string of bits,  or numbers and symbols, or “objects” which  we collect daily.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C38140D0-E0BB-0CBF-F91B-92DE9A416BB6}"/>
              </a:ext>
            </a:extLst>
          </p:cNvPr>
          <p:cNvPicPr>
            <a:picLocks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17826" y="2388971"/>
            <a:ext cx="107315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Rectangle 5">
            <a:extLst>
              <a:ext uri="{FF2B5EF4-FFF2-40B4-BE49-F238E27FC236}">
                <a16:creationId xmlns:a16="http://schemas.microsoft.com/office/drawing/2014/main" id="{815A8F46-0272-5671-AB12-330128A8FBDD}"/>
              </a:ext>
            </a:extLst>
          </p:cNvPr>
          <p:cNvSpPr>
            <a:spLocks/>
          </p:cNvSpPr>
          <p:nvPr/>
        </p:nvSpPr>
        <p:spPr bwMode="auto">
          <a:xfrm>
            <a:off x="2651901" y="2312771"/>
            <a:ext cx="70231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1275" bIns="0"/>
          <a:lstStyle>
            <a:lvl1pPr marL="412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IL" sz="2000" b="1" dirty="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Information</a:t>
            </a:r>
            <a:r>
              <a:rPr lang="en-US" altLang="en-IL" sz="2000" dirty="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 is data stripped of redundancy</a:t>
            </a:r>
            <a:r>
              <a:rPr lang="he-IL" altLang="en-IL" sz="2000" dirty="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 </a:t>
            </a:r>
            <a:r>
              <a:rPr lang="en-US" altLang="en-IL" sz="2000" dirty="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and reduced to the minimum necessary to characterize the data.</a:t>
            </a:r>
          </a:p>
        </p:txBody>
      </p:sp>
      <p:pic>
        <p:nvPicPr>
          <p:cNvPr id="16" name="Picture 6">
            <a:extLst>
              <a:ext uri="{FF2B5EF4-FFF2-40B4-BE49-F238E27FC236}">
                <a16:creationId xmlns:a16="http://schemas.microsoft.com/office/drawing/2014/main" id="{A7896D6A-E803-E0B1-CEC9-F194A3F7CDF3}"/>
              </a:ext>
            </a:extLst>
          </p:cNvPr>
          <p:cNvPicPr>
            <a:picLocks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8751" y="3912971"/>
            <a:ext cx="13208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7">
            <a:extLst>
              <a:ext uri="{FF2B5EF4-FFF2-40B4-BE49-F238E27FC236}">
                <a16:creationId xmlns:a16="http://schemas.microsoft.com/office/drawing/2014/main" id="{863B1086-9916-732F-F18D-98A51A8BAD22}"/>
              </a:ext>
            </a:extLst>
          </p:cNvPr>
          <p:cNvSpPr>
            <a:spLocks/>
          </p:cNvSpPr>
          <p:nvPr/>
        </p:nvSpPr>
        <p:spPr bwMode="auto">
          <a:xfrm>
            <a:off x="3312301" y="3684371"/>
            <a:ext cx="69088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1275" bIns="0"/>
          <a:lstStyle>
            <a:lvl1pPr marL="412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IL" sz="2000" b="1" dirty="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Knowledge</a:t>
            </a:r>
            <a:r>
              <a:rPr lang="en-US" altLang="en-IL" sz="2000" dirty="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 is integrated information, including facts and their relations, which have been perceived, discovered, or learned as  our “mental pictures”. </a:t>
            </a:r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C17FB286-5D51-6058-C2A5-C09715F19A44}"/>
              </a:ext>
            </a:extLst>
          </p:cNvPr>
          <p:cNvSpPr>
            <a:spLocks/>
          </p:cNvSpPr>
          <p:nvPr/>
        </p:nvSpPr>
        <p:spPr bwMode="auto">
          <a:xfrm>
            <a:off x="1712101" y="5572750"/>
            <a:ext cx="981286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square" lIns="0" tIns="0" rIns="40639" bIns="0">
            <a:spAutoFit/>
          </a:bodyPr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IL" sz="2000" b="1" dirty="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Knowledge can be considered data at a high level of abstraction and generalization</a:t>
            </a:r>
            <a:r>
              <a:rPr lang="en-US" altLang="en-IL" sz="2000" b="1" dirty="0">
                <a:latin typeface="+mn-lt"/>
                <a:ea typeface="Arial Italic" charset="0"/>
                <a:cs typeface="Arial Italic" charset="0"/>
                <a:sym typeface="Arial Italic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29244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323933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The KDD Process</a:t>
            </a:r>
          </a:p>
          <a:p>
            <a:pPr algn="ctr">
              <a:lnSpc>
                <a:spcPct val="150000"/>
              </a:lnSpc>
            </a:pP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4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sp>
        <p:nvSpPr>
          <p:cNvPr id="36" name="Line 2052">
            <a:extLst>
              <a:ext uri="{FF2B5EF4-FFF2-40B4-BE49-F238E27FC236}">
                <a16:creationId xmlns:a16="http://schemas.microsoft.com/office/drawing/2014/main" id="{DAE5A6B1-76F3-60C4-F0D3-6A4820AD3CB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88511" y="5105400"/>
            <a:ext cx="990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37" name="Line 2053">
            <a:extLst>
              <a:ext uri="{FF2B5EF4-FFF2-40B4-BE49-F238E27FC236}">
                <a16:creationId xmlns:a16="http://schemas.microsoft.com/office/drawing/2014/main" id="{7B9B8565-4E0A-7E59-93DF-6C643996206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351111" y="1600200"/>
            <a:ext cx="990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38" name="Line 2054">
            <a:extLst>
              <a:ext uri="{FF2B5EF4-FFF2-40B4-BE49-F238E27FC236}">
                <a16:creationId xmlns:a16="http://schemas.microsoft.com/office/drawing/2014/main" id="{416ABEF5-647C-8F9E-F907-2334434468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74711" y="2667000"/>
            <a:ext cx="990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39" name="Line 2055">
            <a:extLst>
              <a:ext uri="{FF2B5EF4-FFF2-40B4-BE49-F238E27FC236}">
                <a16:creationId xmlns:a16="http://schemas.microsoft.com/office/drawing/2014/main" id="{D57D9D29-8C22-50E8-1903-7C752D3522F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845911" y="3733800"/>
            <a:ext cx="99060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40" name="Oval 2056">
            <a:extLst>
              <a:ext uri="{FF2B5EF4-FFF2-40B4-BE49-F238E27FC236}">
                <a16:creationId xmlns:a16="http://schemas.microsoft.com/office/drawing/2014/main" id="{9E38D2F2-BA4A-D790-42BE-7CDA96A591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7911" y="55626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IL" altLang="en-IL">
              <a:latin typeface="+mn-lt"/>
            </a:endParaRPr>
          </a:p>
        </p:txBody>
      </p:sp>
      <p:sp>
        <p:nvSpPr>
          <p:cNvPr id="41" name="Rectangle 2057">
            <a:extLst>
              <a:ext uri="{FF2B5EF4-FFF2-40B4-BE49-F238E27FC236}">
                <a16:creationId xmlns:a16="http://schemas.microsoft.com/office/drawing/2014/main" id="{42E4FEF7-6F27-F172-A2C1-6EC4B9618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7911" y="5638800"/>
            <a:ext cx="685800" cy="4064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IL" altLang="en-IL">
              <a:latin typeface="+mn-lt"/>
            </a:endParaRPr>
          </a:p>
        </p:txBody>
      </p:sp>
      <p:sp>
        <p:nvSpPr>
          <p:cNvPr id="42" name="Oval 2058">
            <a:extLst>
              <a:ext uri="{FF2B5EF4-FFF2-40B4-BE49-F238E27FC236}">
                <a16:creationId xmlns:a16="http://schemas.microsoft.com/office/drawing/2014/main" id="{26264355-3A9B-47E7-F80B-633A09D03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7911" y="59436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IL" altLang="en-IL">
              <a:latin typeface="+mn-lt"/>
            </a:endParaRPr>
          </a:p>
        </p:txBody>
      </p:sp>
      <p:sp>
        <p:nvSpPr>
          <p:cNvPr id="43" name="Oval 2059">
            <a:extLst>
              <a:ext uri="{FF2B5EF4-FFF2-40B4-BE49-F238E27FC236}">
                <a16:creationId xmlns:a16="http://schemas.microsoft.com/office/drawing/2014/main" id="{C7581CC7-BD14-4CB9-A877-034CF1E3EB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8911" y="59436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IL" altLang="en-IL">
              <a:latin typeface="+mn-lt"/>
            </a:endParaRPr>
          </a:p>
        </p:txBody>
      </p:sp>
      <p:sp>
        <p:nvSpPr>
          <p:cNvPr id="44" name="Rectangle 2060">
            <a:extLst>
              <a:ext uri="{FF2B5EF4-FFF2-40B4-BE49-F238E27FC236}">
                <a16:creationId xmlns:a16="http://schemas.microsoft.com/office/drawing/2014/main" id="{854B11E0-D0DC-B583-FF71-A89B3D524E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8911" y="6019800"/>
            <a:ext cx="685800" cy="4064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IL" altLang="en-IL">
              <a:latin typeface="+mn-lt"/>
            </a:endParaRPr>
          </a:p>
        </p:txBody>
      </p:sp>
      <p:sp>
        <p:nvSpPr>
          <p:cNvPr id="45" name="Oval 2061">
            <a:extLst>
              <a:ext uri="{FF2B5EF4-FFF2-40B4-BE49-F238E27FC236}">
                <a16:creationId xmlns:a16="http://schemas.microsoft.com/office/drawing/2014/main" id="{B2C01EAA-8F9A-4309-7624-C8716B3EFA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8911" y="63246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IL" altLang="en-IL">
              <a:latin typeface="+mn-lt"/>
            </a:endParaRPr>
          </a:p>
        </p:txBody>
      </p:sp>
      <p:sp>
        <p:nvSpPr>
          <p:cNvPr id="46" name="Oval 2062">
            <a:extLst>
              <a:ext uri="{FF2B5EF4-FFF2-40B4-BE49-F238E27FC236}">
                <a16:creationId xmlns:a16="http://schemas.microsoft.com/office/drawing/2014/main" id="{2FEA68F6-8FE4-0BC6-086E-69A321DE6B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711" y="57150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IL" altLang="en-IL">
              <a:latin typeface="+mn-lt"/>
            </a:endParaRPr>
          </a:p>
        </p:txBody>
      </p:sp>
      <p:sp>
        <p:nvSpPr>
          <p:cNvPr id="47" name="Rectangle 2063">
            <a:extLst>
              <a:ext uri="{FF2B5EF4-FFF2-40B4-BE49-F238E27FC236}">
                <a16:creationId xmlns:a16="http://schemas.microsoft.com/office/drawing/2014/main" id="{0D377826-B445-5630-8E3C-7B0E7798B6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711" y="5791200"/>
            <a:ext cx="685800" cy="406400"/>
          </a:xfrm>
          <a:prstGeom prst="rect">
            <a:avLst/>
          </a:prstGeom>
          <a:solidFill>
            <a:srgbClr val="00CC66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IL" altLang="en-IL">
              <a:latin typeface="+mn-lt"/>
            </a:endParaRPr>
          </a:p>
        </p:txBody>
      </p:sp>
      <p:sp>
        <p:nvSpPr>
          <p:cNvPr id="48" name="Oval 2064">
            <a:extLst>
              <a:ext uri="{FF2B5EF4-FFF2-40B4-BE49-F238E27FC236}">
                <a16:creationId xmlns:a16="http://schemas.microsoft.com/office/drawing/2014/main" id="{7B6411F3-F17B-8890-4977-43CE625B67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4711" y="6096000"/>
            <a:ext cx="685800" cy="152400"/>
          </a:xfrm>
          <a:prstGeom prst="ellipse">
            <a:avLst/>
          </a:prstGeom>
          <a:solidFill>
            <a:srgbClr val="00CC66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IL" altLang="en-IL">
              <a:latin typeface="+mn-lt"/>
            </a:endParaRPr>
          </a:p>
        </p:txBody>
      </p:sp>
      <p:sp>
        <p:nvSpPr>
          <p:cNvPr id="49" name="Text Box 2065">
            <a:extLst>
              <a:ext uri="{FF2B5EF4-FFF2-40B4-BE49-F238E27FC236}">
                <a16:creationId xmlns:a16="http://schemas.microsoft.com/office/drawing/2014/main" id="{E5DD1043-FCED-689A-8EEE-75F472B213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4111" y="4876800"/>
            <a:ext cx="1656159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IL" sz="2000" b="1">
                <a:latin typeface="+mn-lt"/>
              </a:rPr>
              <a:t>Data Cleaning</a:t>
            </a:r>
            <a:endParaRPr lang="en-US" altLang="en-IL" sz="1800">
              <a:latin typeface="+mn-lt"/>
            </a:endParaRPr>
          </a:p>
        </p:txBody>
      </p:sp>
      <p:sp>
        <p:nvSpPr>
          <p:cNvPr id="50" name="Text Box 2066">
            <a:extLst>
              <a:ext uri="{FF2B5EF4-FFF2-40B4-BE49-F238E27FC236}">
                <a16:creationId xmlns:a16="http://schemas.microsoft.com/office/drawing/2014/main" id="{E9648BE2-191A-874F-7019-C2A03AFEEB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9511" y="5410200"/>
            <a:ext cx="191834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IL" sz="2000" b="1">
                <a:latin typeface="+mn-lt"/>
              </a:rPr>
              <a:t>Data Integration</a:t>
            </a:r>
            <a:endParaRPr lang="en-US" altLang="en-IL" sz="1800">
              <a:latin typeface="+mn-lt"/>
            </a:endParaRPr>
          </a:p>
        </p:txBody>
      </p:sp>
      <p:sp>
        <p:nvSpPr>
          <p:cNvPr id="51" name="Text Box 2067">
            <a:extLst>
              <a:ext uri="{FF2B5EF4-FFF2-40B4-BE49-F238E27FC236}">
                <a16:creationId xmlns:a16="http://schemas.microsoft.com/office/drawing/2014/main" id="{328E3AF3-5467-1A6E-FA3C-E13F052476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40911" y="6248400"/>
            <a:ext cx="1447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IL" sz="2000" b="1">
                <a:latin typeface="+mn-lt"/>
              </a:rPr>
              <a:t>Databases</a:t>
            </a:r>
          </a:p>
        </p:txBody>
      </p:sp>
      <p:sp>
        <p:nvSpPr>
          <p:cNvPr id="52" name="Text Box 2068">
            <a:extLst>
              <a:ext uri="{FF2B5EF4-FFF2-40B4-BE49-F238E27FC236}">
                <a16:creationId xmlns:a16="http://schemas.microsoft.com/office/drawing/2014/main" id="{0BE09AAB-8EB5-272C-A8D6-096D4AEB75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36111" y="4114800"/>
            <a:ext cx="199707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IL" sz="2000" b="1">
                <a:latin typeface="+mn-lt"/>
              </a:rPr>
              <a:t>Data Warehouse</a:t>
            </a:r>
          </a:p>
        </p:txBody>
      </p:sp>
      <p:sp>
        <p:nvSpPr>
          <p:cNvPr id="53" name="Rectangle 2069">
            <a:extLst>
              <a:ext uri="{FF2B5EF4-FFF2-40B4-BE49-F238E27FC236}">
                <a16:creationId xmlns:a16="http://schemas.microsoft.com/office/drawing/2014/main" id="{EC3D143A-103B-6735-12F1-50B8FB32E0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1511" y="4572000"/>
            <a:ext cx="685800" cy="685800"/>
          </a:xfrm>
          <a:prstGeom prst="rect">
            <a:avLst/>
          </a:prstGeom>
          <a:solidFill>
            <a:srgbClr val="00CC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66"/>
            </a:extrusionClr>
            <a:contourClr>
              <a:srgbClr val="00CC66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IL" altLang="en-IL">
              <a:latin typeface="+mn-lt"/>
            </a:endParaRPr>
          </a:p>
        </p:txBody>
      </p:sp>
      <p:sp>
        <p:nvSpPr>
          <p:cNvPr id="54" name="Rectangle 2070">
            <a:extLst>
              <a:ext uri="{FF2B5EF4-FFF2-40B4-BE49-F238E27FC236}">
                <a16:creationId xmlns:a16="http://schemas.microsoft.com/office/drawing/2014/main" id="{9E80C17F-0821-87A6-1F8E-09E5B5D8D1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88911" y="3429000"/>
            <a:ext cx="457200" cy="457200"/>
          </a:xfrm>
          <a:prstGeom prst="rect">
            <a:avLst/>
          </a:prstGeom>
          <a:solidFill>
            <a:srgbClr val="00CC66"/>
          </a:solidFill>
          <a:ln w="9525">
            <a:miter lim="800000"/>
            <a:headEnd/>
            <a:tailEnd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66"/>
            </a:extrusionClr>
            <a:contourClr>
              <a:srgbClr val="00CC66"/>
            </a:contourClr>
          </a:sp3d>
        </p:spPr>
        <p:txBody>
          <a:bodyPr wrap="none" anchor="ctr">
            <a:flatTx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IL" altLang="en-IL">
              <a:latin typeface="+mn-lt"/>
            </a:endParaRPr>
          </a:p>
        </p:txBody>
      </p:sp>
      <p:sp>
        <p:nvSpPr>
          <p:cNvPr id="55" name="Rectangle 2071">
            <a:extLst>
              <a:ext uri="{FF2B5EF4-FFF2-40B4-BE49-F238E27FC236}">
                <a16:creationId xmlns:a16="http://schemas.microsoft.com/office/drawing/2014/main" id="{87073A24-76D9-9C22-4E8A-2B438BB88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46311" y="1981200"/>
            <a:ext cx="76200" cy="609600"/>
          </a:xfrm>
          <a:prstGeom prst="rect">
            <a:avLst/>
          </a:prstGeom>
          <a:solidFill>
            <a:schemeClr val="hlink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IL" altLang="en-IL">
              <a:latin typeface="+mn-lt"/>
            </a:endParaRPr>
          </a:p>
        </p:txBody>
      </p:sp>
      <p:sp>
        <p:nvSpPr>
          <p:cNvPr id="56" name="Rectangle 2072">
            <a:extLst>
              <a:ext uri="{FF2B5EF4-FFF2-40B4-BE49-F238E27FC236}">
                <a16:creationId xmlns:a16="http://schemas.microsoft.com/office/drawing/2014/main" id="{7D6FC906-B915-3AB4-73EA-AD126C456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2511" y="2209800"/>
            <a:ext cx="76200" cy="381000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IL" altLang="en-IL">
              <a:latin typeface="+mn-lt"/>
            </a:endParaRPr>
          </a:p>
        </p:txBody>
      </p:sp>
      <p:sp>
        <p:nvSpPr>
          <p:cNvPr id="57" name="Rectangle 2073">
            <a:extLst>
              <a:ext uri="{FF2B5EF4-FFF2-40B4-BE49-F238E27FC236}">
                <a16:creationId xmlns:a16="http://schemas.microsoft.com/office/drawing/2014/main" id="{02798ACE-DCA3-A4EA-634E-E7112DD671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70111" y="2133600"/>
            <a:ext cx="76200" cy="457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IL" altLang="en-IL">
              <a:latin typeface="+mn-lt"/>
            </a:endParaRPr>
          </a:p>
        </p:txBody>
      </p:sp>
      <p:sp>
        <p:nvSpPr>
          <p:cNvPr id="58" name="Rectangle 2074">
            <a:extLst>
              <a:ext uri="{FF2B5EF4-FFF2-40B4-BE49-F238E27FC236}">
                <a16:creationId xmlns:a16="http://schemas.microsoft.com/office/drawing/2014/main" id="{8173AE27-42BC-16FD-0AB0-58A8CDFBC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98711" y="2362200"/>
            <a:ext cx="76200" cy="228600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IL" altLang="en-IL">
              <a:latin typeface="+mn-lt"/>
            </a:endParaRPr>
          </a:p>
        </p:txBody>
      </p:sp>
      <p:sp>
        <p:nvSpPr>
          <p:cNvPr id="59" name="Rectangle 2075">
            <a:extLst>
              <a:ext uri="{FF2B5EF4-FFF2-40B4-BE49-F238E27FC236}">
                <a16:creationId xmlns:a16="http://schemas.microsoft.com/office/drawing/2014/main" id="{60623A06-F2AB-8940-5E6F-EB8BFDBA7C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41511" y="2590800"/>
            <a:ext cx="685800" cy="76200"/>
          </a:xfrm>
          <a:prstGeom prst="rect">
            <a:avLst/>
          </a:prstGeom>
          <a:solidFill>
            <a:schemeClr val="accent1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IL" altLang="en-IL">
              <a:latin typeface="+mn-lt"/>
            </a:endParaRPr>
          </a:p>
        </p:txBody>
      </p:sp>
      <p:sp>
        <p:nvSpPr>
          <p:cNvPr id="60" name="Rectangle 2076">
            <a:extLst>
              <a:ext uri="{FF2B5EF4-FFF2-40B4-BE49-F238E27FC236}">
                <a16:creationId xmlns:a16="http://schemas.microsoft.com/office/drawing/2014/main" id="{918C2A8A-C488-1856-2256-7F078C9EA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17711" y="2362200"/>
            <a:ext cx="152400" cy="228600"/>
          </a:xfrm>
          <a:prstGeom prst="rect">
            <a:avLst/>
          </a:prstGeom>
          <a:solidFill>
            <a:srgbClr val="FF99FF"/>
          </a:solidFill>
          <a:ln w="12700">
            <a:solidFill>
              <a:schemeClr val="tx1"/>
            </a:solidFill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endParaRPr lang="en-IL" altLang="en-IL">
              <a:latin typeface="+mn-lt"/>
            </a:endParaRPr>
          </a:p>
        </p:txBody>
      </p:sp>
      <p:sp>
        <p:nvSpPr>
          <p:cNvPr id="62" name="Text Box 2078">
            <a:extLst>
              <a:ext uri="{FF2B5EF4-FFF2-40B4-BE49-F238E27FC236}">
                <a16:creationId xmlns:a16="http://schemas.microsoft.com/office/drawing/2014/main" id="{7971FC9B-CF87-C0B5-FF40-105AB835E1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83911" y="3276600"/>
            <a:ext cx="214821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IL" sz="2000" b="1">
                <a:latin typeface="+mn-lt"/>
              </a:rPr>
              <a:t>Task-relevant Data</a:t>
            </a:r>
          </a:p>
        </p:txBody>
      </p:sp>
      <p:sp>
        <p:nvSpPr>
          <p:cNvPr id="63" name="Text Box 2079">
            <a:extLst>
              <a:ext uri="{FF2B5EF4-FFF2-40B4-BE49-F238E27FC236}">
                <a16:creationId xmlns:a16="http://schemas.microsoft.com/office/drawing/2014/main" id="{9DCC5023-3EE5-4959-1A60-4FB6AF814F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1036" y="4052888"/>
            <a:ext cx="11557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IL" sz="2000" b="1">
                <a:latin typeface="+mn-lt"/>
              </a:rPr>
              <a:t>Selection</a:t>
            </a:r>
          </a:p>
        </p:txBody>
      </p:sp>
      <p:sp>
        <p:nvSpPr>
          <p:cNvPr id="64" name="Text Box 2080">
            <a:extLst>
              <a:ext uri="{FF2B5EF4-FFF2-40B4-BE49-F238E27FC236}">
                <a16:creationId xmlns:a16="http://schemas.microsoft.com/office/drawing/2014/main" id="{ED344324-201C-B902-C8B5-A38A7ECBBA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6511" y="2590800"/>
            <a:ext cx="148784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IL" sz="2000" b="1">
                <a:latin typeface="+mn-lt"/>
              </a:rPr>
              <a:t>Data Mining</a:t>
            </a:r>
          </a:p>
        </p:txBody>
      </p:sp>
      <p:sp>
        <p:nvSpPr>
          <p:cNvPr id="65" name="Text Box 2081">
            <a:extLst>
              <a:ext uri="{FF2B5EF4-FFF2-40B4-BE49-F238E27FC236}">
                <a16:creationId xmlns:a16="http://schemas.microsoft.com/office/drawing/2014/main" id="{71DE68B9-0F5C-5FBC-CCBF-2C032514FE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27111" y="1676400"/>
            <a:ext cx="214122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/>
            <a:r>
              <a:rPr lang="en-US" altLang="en-IL" sz="2000" b="1">
                <a:latin typeface="+mn-lt"/>
              </a:rPr>
              <a:t>Pattern Evaluation</a:t>
            </a:r>
          </a:p>
        </p:txBody>
      </p:sp>
      <p:sp>
        <p:nvSpPr>
          <p:cNvPr id="66" name="Line 2082">
            <a:extLst>
              <a:ext uri="{FF2B5EF4-FFF2-40B4-BE49-F238E27FC236}">
                <a16:creationId xmlns:a16="http://schemas.microsoft.com/office/drawing/2014/main" id="{8447B1E3-78D9-B22F-B4B1-B60B0E0249F1}"/>
              </a:ext>
            </a:extLst>
          </p:cNvPr>
          <p:cNvSpPr>
            <a:spLocks noChangeShapeType="1"/>
          </p:cNvSpPr>
          <p:nvPr/>
        </p:nvSpPr>
        <p:spPr bwMode="auto">
          <a:xfrm>
            <a:off x="7208111" y="3124200"/>
            <a:ext cx="0" cy="2133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67" name="Line 2083">
            <a:extLst>
              <a:ext uri="{FF2B5EF4-FFF2-40B4-BE49-F238E27FC236}">
                <a16:creationId xmlns:a16="http://schemas.microsoft.com/office/drawing/2014/main" id="{05480273-6AA4-6198-43D9-1C4DFB09AD82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4511" y="2057400"/>
            <a:ext cx="0" cy="3200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68" name="Line 2084">
            <a:extLst>
              <a:ext uri="{FF2B5EF4-FFF2-40B4-BE49-F238E27FC236}">
                <a16:creationId xmlns:a16="http://schemas.microsoft.com/office/drawing/2014/main" id="{4AE07A89-404B-CEF3-094C-42888295BC1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531711" y="5257800"/>
            <a:ext cx="33528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69" name="Line 2085">
            <a:extLst>
              <a:ext uri="{FF2B5EF4-FFF2-40B4-BE49-F238E27FC236}">
                <a16:creationId xmlns:a16="http://schemas.microsoft.com/office/drawing/2014/main" id="{6C76455B-32A3-2316-8172-B2D0BB0C15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31711" y="4343400"/>
            <a:ext cx="0" cy="9144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70" name="Line 2086">
            <a:extLst>
              <a:ext uri="{FF2B5EF4-FFF2-40B4-BE49-F238E27FC236}">
                <a16:creationId xmlns:a16="http://schemas.microsoft.com/office/drawing/2014/main" id="{3460FF9D-78D0-6E1D-20CA-6FC17498832F}"/>
              </a:ext>
            </a:extLst>
          </p:cNvPr>
          <p:cNvSpPr>
            <a:spLocks noChangeShapeType="1"/>
          </p:cNvSpPr>
          <p:nvPr/>
        </p:nvSpPr>
        <p:spPr bwMode="auto">
          <a:xfrm>
            <a:off x="8884511" y="5257800"/>
            <a:ext cx="0" cy="8382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71" name="Line 2087">
            <a:extLst>
              <a:ext uri="{FF2B5EF4-FFF2-40B4-BE49-F238E27FC236}">
                <a16:creationId xmlns:a16="http://schemas.microsoft.com/office/drawing/2014/main" id="{7FCC2F3A-049D-D987-E615-EBA92A371B5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855311" y="6096000"/>
            <a:ext cx="50292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72" name="Line 2088">
            <a:extLst>
              <a:ext uri="{FF2B5EF4-FFF2-40B4-BE49-F238E27FC236}">
                <a16:creationId xmlns:a16="http://schemas.microsoft.com/office/drawing/2014/main" id="{6CD90301-EFC3-D27C-CBAF-0EDD9BBE6EE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3474311" y="5410200"/>
            <a:ext cx="381000" cy="68580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IL"/>
          </a:p>
        </p:txBody>
      </p:sp>
      <p:sp>
        <p:nvSpPr>
          <p:cNvPr id="73" name="Line 2089">
            <a:extLst>
              <a:ext uri="{FF2B5EF4-FFF2-40B4-BE49-F238E27FC236}">
                <a16:creationId xmlns:a16="http://schemas.microsoft.com/office/drawing/2014/main" id="{6C6B0702-1FB3-EF62-A508-D342A2016EB9}"/>
              </a:ext>
            </a:extLst>
          </p:cNvPr>
          <p:cNvSpPr>
            <a:spLocks noChangeShapeType="1"/>
          </p:cNvSpPr>
          <p:nvPr/>
        </p:nvSpPr>
        <p:spPr bwMode="auto">
          <a:xfrm>
            <a:off x="3626711" y="5410200"/>
            <a:ext cx="1600200" cy="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L"/>
          </a:p>
        </p:txBody>
      </p:sp>
      <p:sp>
        <p:nvSpPr>
          <p:cNvPr id="74" name="Line 2090">
            <a:extLst>
              <a:ext uri="{FF2B5EF4-FFF2-40B4-BE49-F238E27FC236}">
                <a16:creationId xmlns:a16="http://schemas.microsoft.com/office/drawing/2014/main" id="{FB59F721-99CE-F7D0-6C3F-C3A49487CA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26911" y="4191000"/>
            <a:ext cx="0" cy="1219200"/>
          </a:xfrm>
          <a:prstGeom prst="line">
            <a:avLst/>
          </a:prstGeom>
          <a:noFill/>
          <a:ln w="28575">
            <a:solidFill>
              <a:schemeClr val="tx1"/>
            </a:solidFill>
            <a:prstDash val="dash"/>
            <a:miter lim="800000"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87830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323933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Main Fields</a:t>
            </a:r>
          </a:p>
          <a:p>
            <a:pPr algn="ctr">
              <a:lnSpc>
                <a:spcPct val="150000"/>
              </a:lnSpc>
            </a:pP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5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grpSp>
        <p:nvGrpSpPr>
          <p:cNvPr id="132" name="Group 74">
            <a:extLst>
              <a:ext uri="{FF2B5EF4-FFF2-40B4-BE49-F238E27FC236}">
                <a16:creationId xmlns:a16="http://schemas.microsoft.com/office/drawing/2014/main" id="{07F34748-42A4-9B63-F884-0555380AA3C9}"/>
              </a:ext>
            </a:extLst>
          </p:cNvPr>
          <p:cNvGrpSpPr>
            <a:grpSpLocks/>
          </p:cNvGrpSpPr>
          <p:nvPr/>
        </p:nvGrpSpPr>
        <p:grpSpPr bwMode="auto">
          <a:xfrm>
            <a:off x="5568908" y="2617956"/>
            <a:ext cx="1628775" cy="1071562"/>
            <a:chOff x="0" y="0"/>
            <a:chExt cx="1026" cy="675"/>
          </a:xfrm>
        </p:grpSpPr>
        <p:grpSp>
          <p:nvGrpSpPr>
            <p:cNvPr id="133" name="Group 38">
              <a:extLst>
                <a:ext uri="{FF2B5EF4-FFF2-40B4-BE49-F238E27FC236}">
                  <a16:creationId xmlns:a16="http://schemas.microsoft.com/office/drawing/2014/main" id="{DD80B914-A79A-C04A-56D4-6FC4BA73C4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0" y="0"/>
              <a:ext cx="1026" cy="675"/>
              <a:chOff x="0" y="0"/>
              <a:chExt cx="1026" cy="675"/>
            </a:xfrm>
          </p:grpSpPr>
          <p:grpSp>
            <p:nvGrpSpPr>
              <p:cNvPr id="169" name="Group 5">
                <a:extLst>
                  <a:ext uri="{FF2B5EF4-FFF2-40B4-BE49-F238E27FC236}">
                    <a16:creationId xmlns:a16="http://schemas.microsoft.com/office/drawing/2014/main" id="{DFF43B2C-8A30-AE2D-7B52-206DBD6602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9" y="0"/>
                <a:ext cx="159" cy="88"/>
                <a:chOff x="0" y="0"/>
                <a:chExt cx="159" cy="88"/>
              </a:xfrm>
            </p:grpSpPr>
            <p:sp>
              <p:nvSpPr>
                <p:cNvPr id="202" name="Freeform 3">
                  <a:extLst>
                    <a:ext uri="{FF2B5EF4-FFF2-40B4-BE49-F238E27FC236}">
                      <a16:creationId xmlns:a16="http://schemas.microsoft.com/office/drawing/2014/main" id="{9305B718-1674-863C-71E7-06CC1BD85A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58" cy="88"/>
                </a:xfrm>
                <a:custGeom>
                  <a:avLst/>
                  <a:gdLst>
                    <a:gd name="T0" fmla="*/ 0 w 21600"/>
                    <a:gd name="T1" fmla="*/ 21600 h 21600"/>
                    <a:gd name="T2" fmla="*/ 21600 w 21600"/>
                    <a:gd name="T3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1600" h="21600">
                      <a:moveTo>
                        <a:pt x="0" y="21600"/>
                      </a:moveTo>
                      <a:cubicBezTo>
                        <a:pt x="0" y="9728"/>
                        <a:pt x="9647" y="81"/>
                        <a:pt x="21600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  <p:sp>
              <p:nvSpPr>
                <p:cNvPr id="203" name="AutoShape 4">
                  <a:extLst>
                    <a:ext uri="{FF2B5EF4-FFF2-40B4-BE49-F238E27FC236}">
                      <a16:creationId xmlns:a16="http://schemas.microsoft.com/office/drawing/2014/main" id="{D042B077-37E1-E268-0A84-70260D160C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159" cy="8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600" h="21600">
                      <a:moveTo>
                        <a:pt x="0" y="21600"/>
                      </a:moveTo>
                      <a:cubicBezTo>
                        <a:pt x="0" y="9728"/>
                        <a:pt x="9581" y="81"/>
                        <a:pt x="21452" y="0"/>
                      </a:cubicBezTo>
                      <a:lnTo>
                        <a:pt x="21600" y="21600"/>
                      </a:lnTo>
                      <a:close/>
                      <a:moveTo>
                        <a:pt x="0" y="21600"/>
                      </a:moveTo>
                    </a:path>
                  </a:pathLst>
                </a:custGeom>
                <a:gradFill rotWithShape="0">
                  <a:gsLst>
                    <a:gs pos="0">
                      <a:srgbClr val="4C1802"/>
                    </a:gs>
                    <a:gs pos="100000">
                      <a:srgbClr val="FF500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chemeClr val="tx1"/>
                      </a:solidFill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</p:grpSp>
          <p:sp>
            <p:nvSpPr>
              <p:cNvPr id="170" name="Oval 6">
                <a:extLst>
                  <a:ext uri="{FF2B5EF4-FFF2-40B4-BE49-F238E27FC236}">
                    <a16:creationId xmlns:a16="http://schemas.microsoft.com/office/drawing/2014/main" id="{62DA2060-CDF5-804D-E5FB-DD7DA37180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8" y="58"/>
                <a:ext cx="277" cy="234"/>
              </a:xfrm>
              <a:prstGeom prst="ellipse">
                <a:avLst/>
              </a:prstGeom>
              <a:solidFill>
                <a:srgbClr val="00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L"/>
              </a:p>
            </p:txBody>
          </p:sp>
          <p:sp>
            <p:nvSpPr>
              <p:cNvPr id="171" name="Freeform 7">
                <a:extLst>
                  <a:ext uri="{FF2B5EF4-FFF2-40B4-BE49-F238E27FC236}">
                    <a16:creationId xmlns:a16="http://schemas.microsoft.com/office/drawing/2014/main" id="{6C906AD9-48EB-93EC-6A1E-0D2DD8AEF5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5" y="410"/>
                <a:ext cx="119" cy="147"/>
              </a:xfrm>
              <a:custGeom>
                <a:avLst/>
                <a:gdLst>
                  <a:gd name="T0" fmla="*/ 21600 w 21600"/>
                  <a:gd name="T1" fmla="*/ 21600 h 21600"/>
                  <a:gd name="T2" fmla="*/ 0 w 21600"/>
                  <a:gd name="T3" fmla="*/ 0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1600" h="21600">
                    <a:moveTo>
                      <a:pt x="21600" y="21600"/>
                    </a:moveTo>
                    <a:cubicBezTo>
                      <a:pt x="9670" y="21600"/>
                      <a:pt x="0" y="11929"/>
                      <a:pt x="0" y="0"/>
                    </a:cubicBezTo>
                  </a:path>
                </a:pathLst>
              </a:custGeom>
              <a:noFill/>
              <a:ln w="12700" cap="rnd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IL"/>
              </a:p>
            </p:txBody>
          </p:sp>
          <p:grpSp>
            <p:nvGrpSpPr>
              <p:cNvPr id="172" name="Group 10">
                <a:extLst>
                  <a:ext uri="{FF2B5EF4-FFF2-40B4-BE49-F238E27FC236}">
                    <a16:creationId xmlns:a16="http://schemas.microsoft.com/office/drawing/2014/main" id="{1AFF360C-6988-121B-0AD3-6F16C4F7611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59"/>
                <a:ext cx="278" cy="411"/>
                <a:chOff x="0" y="0"/>
                <a:chExt cx="278" cy="410"/>
              </a:xfrm>
            </p:grpSpPr>
            <p:sp>
              <p:nvSpPr>
                <p:cNvPr id="200" name="Freeform 8">
                  <a:extLst>
                    <a:ext uri="{FF2B5EF4-FFF2-40B4-BE49-F238E27FC236}">
                      <a16:creationId xmlns:a16="http://schemas.microsoft.com/office/drawing/2014/main" id="{207EE958-40C3-4CE1-E505-D054DE2297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77" cy="409"/>
                </a:xfrm>
                <a:custGeom>
                  <a:avLst/>
                  <a:gdLst>
                    <a:gd name="T0" fmla="*/ 0 w 21600"/>
                    <a:gd name="T1" fmla="*/ 21600 h 21600"/>
                    <a:gd name="T2" fmla="*/ 21600 w 21600"/>
                    <a:gd name="T3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1600" h="21600">
                      <a:moveTo>
                        <a:pt x="0" y="21600"/>
                      </a:moveTo>
                      <a:cubicBezTo>
                        <a:pt x="29" y="9695"/>
                        <a:pt x="9678" y="46"/>
                        <a:pt x="21600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  <p:sp>
              <p:nvSpPr>
                <p:cNvPr id="201" name="AutoShape 9">
                  <a:extLst>
                    <a:ext uri="{FF2B5EF4-FFF2-40B4-BE49-F238E27FC236}">
                      <a16:creationId xmlns:a16="http://schemas.microsoft.com/office/drawing/2014/main" id="{7FF916F1-2FA4-6DAE-1282-2B38038DEDE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78" cy="410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600" h="21600">
                      <a:moveTo>
                        <a:pt x="0" y="21547"/>
                      </a:moveTo>
                      <a:cubicBezTo>
                        <a:pt x="29" y="9671"/>
                        <a:pt x="9640" y="46"/>
                        <a:pt x="21516" y="0"/>
                      </a:cubicBezTo>
                      <a:lnTo>
                        <a:pt x="21600" y="21600"/>
                      </a:lnTo>
                      <a:close/>
                      <a:moveTo>
                        <a:pt x="0" y="21547"/>
                      </a:moveTo>
                    </a:path>
                  </a:pathLst>
                </a:custGeom>
                <a:solidFill>
                  <a:srgbClr val="FFFF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chemeClr val="tx1"/>
                      </a:solidFill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</p:grpSp>
          <p:grpSp>
            <p:nvGrpSpPr>
              <p:cNvPr id="173" name="Group 13">
                <a:extLst>
                  <a:ext uri="{FF2B5EF4-FFF2-40B4-BE49-F238E27FC236}">
                    <a16:creationId xmlns:a16="http://schemas.microsoft.com/office/drawing/2014/main" id="{36B3933D-D51D-A3C4-F337-439ED9F8CB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5" y="59"/>
                <a:ext cx="438" cy="411"/>
                <a:chOff x="0" y="0"/>
                <a:chExt cx="437" cy="411"/>
              </a:xfrm>
            </p:grpSpPr>
            <p:sp>
              <p:nvSpPr>
                <p:cNvPr id="198" name="Freeform 11">
                  <a:extLst>
                    <a:ext uri="{FF2B5EF4-FFF2-40B4-BE49-F238E27FC236}">
                      <a16:creationId xmlns:a16="http://schemas.microsoft.com/office/drawing/2014/main" id="{2B1264BE-9D54-7386-00D4-66EBCB671A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437" cy="410"/>
                </a:xfrm>
                <a:custGeom>
                  <a:avLst/>
                  <a:gdLst>
                    <a:gd name="T0" fmla="*/ 0 w 21600"/>
                    <a:gd name="T1" fmla="+- 0 1 1"/>
                    <a:gd name="T2" fmla="*/ 1 h 21599"/>
                    <a:gd name="T3" fmla="*/ 53 w 21600"/>
                    <a:gd name="T4" fmla="+- 0 1 1"/>
                    <a:gd name="T5" fmla="*/ 1 h 21599"/>
                    <a:gd name="T6" fmla="*/ 21600 w 21600"/>
                    <a:gd name="T7" fmla="+- 0 21600 1"/>
                    <a:gd name="T8" fmla="*/ 21600 h 21599"/>
                  </a:gdLst>
                  <a:ahLst/>
                  <a:cxnLst>
                    <a:cxn ang="0">
                      <a:pos x="T0" y="T2"/>
                    </a:cxn>
                    <a:cxn ang="0">
                      <a:pos x="T3" y="T5"/>
                    </a:cxn>
                    <a:cxn ang="0">
                      <a:pos x="T6" y="T8"/>
                    </a:cxn>
                  </a:cxnLst>
                  <a:rect l="0" t="0" r="r" b="b"/>
                  <a:pathLst>
                    <a:path w="21600" h="21599">
                      <a:moveTo>
                        <a:pt x="0" y="0"/>
                      </a:moveTo>
                      <a:cubicBezTo>
                        <a:pt x="17" y="0"/>
                        <a:pt x="35" y="-1"/>
                        <a:pt x="53" y="0"/>
                      </a:cubicBezTo>
                      <a:cubicBezTo>
                        <a:pt x="11932" y="0"/>
                        <a:pt x="21571" y="9661"/>
                        <a:pt x="21600" y="21599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  <p:sp>
              <p:nvSpPr>
                <p:cNvPr id="199" name="AutoShape 12">
                  <a:extLst>
                    <a:ext uri="{FF2B5EF4-FFF2-40B4-BE49-F238E27FC236}">
                      <a16:creationId xmlns:a16="http://schemas.microsoft.com/office/drawing/2014/main" id="{96615E67-7BC5-A586-6461-93DF5E9C09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437" cy="411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600" h="21599">
                      <a:moveTo>
                        <a:pt x="0" y="0"/>
                      </a:moveTo>
                      <a:cubicBezTo>
                        <a:pt x="17" y="0"/>
                        <a:pt x="35" y="-1"/>
                        <a:pt x="53" y="0"/>
                      </a:cubicBezTo>
                      <a:cubicBezTo>
                        <a:pt x="11932" y="0"/>
                        <a:pt x="21571" y="9638"/>
                        <a:pt x="21600" y="21546"/>
                      </a:cubicBezTo>
                      <a:lnTo>
                        <a:pt x="53" y="21599"/>
                      </a:lnTo>
                      <a:close/>
                      <a:moveTo>
                        <a:pt x="0" y="0"/>
                      </a:moveTo>
                    </a:path>
                  </a:pathLst>
                </a:custGeom>
                <a:solidFill>
                  <a:srgbClr val="BC37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chemeClr val="tx1"/>
                      </a:solidFill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</p:grpSp>
          <p:grpSp>
            <p:nvGrpSpPr>
              <p:cNvPr id="174" name="Group 16">
                <a:extLst>
                  <a:ext uri="{FF2B5EF4-FFF2-40B4-BE49-F238E27FC236}">
                    <a16:creationId xmlns:a16="http://schemas.microsoft.com/office/drawing/2014/main" id="{3128A58A-9E20-96A3-A0B4-42DD5BFE00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0" y="528"/>
                <a:ext cx="675" cy="147"/>
                <a:chOff x="0" y="0"/>
                <a:chExt cx="674" cy="147"/>
              </a:xfrm>
            </p:grpSpPr>
            <p:sp>
              <p:nvSpPr>
                <p:cNvPr id="196" name="Freeform 14">
                  <a:extLst>
                    <a:ext uri="{FF2B5EF4-FFF2-40B4-BE49-F238E27FC236}">
                      <a16:creationId xmlns:a16="http://schemas.microsoft.com/office/drawing/2014/main" id="{FFC24473-7B57-32D5-DAD6-D905FFC35C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673" cy="147"/>
                </a:xfrm>
                <a:custGeom>
                  <a:avLst/>
                  <a:gdLst>
                    <a:gd name="T0" fmla="+- 0 21600 1"/>
                    <a:gd name="T1" fmla="*/ T0 w 21599"/>
                    <a:gd name="T2" fmla="*/ 21600 h 21600"/>
                    <a:gd name="T3" fmla="+- 0 1 1"/>
                    <a:gd name="T4" fmla="*/ T3 w 21599"/>
                    <a:gd name="T5" fmla="*/ 147 h 21600"/>
                    <a:gd name="T6" fmla="+- 0 1 1"/>
                    <a:gd name="T7" fmla="*/ T6 w 21599"/>
                    <a:gd name="T8" fmla="*/ 0 h 21600"/>
                  </a:gdLst>
                  <a:ahLst/>
                  <a:cxnLst>
                    <a:cxn ang="0">
                      <a:pos x="T1" y="T2"/>
                    </a:cxn>
                    <a:cxn ang="0">
                      <a:pos x="T4" y="T5"/>
                    </a:cxn>
                    <a:cxn ang="0">
                      <a:pos x="T7" y="T8"/>
                    </a:cxn>
                  </a:cxnLst>
                  <a:rect l="0" t="0" r="r" b="b"/>
                  <a:pathLst>
                    <a:path w="21599" h="21600">
                      <a:moveTo>
                        <a:pt x="21599" y="21600"/>
                      </a:moveTo>
                      <a:cubicBezTo>
                        <a:pt x="9664" y="21581"/>
                        <a:pt x="0" y="11981"/>
                        <a:pt x="0" y="147"/>
                      </a:cubicBezTo>
                      <a:cubicBezTo>
                        <a:pt x="-1" y="97"/>
                        <a:pt x="0" y="49"/>
                        <a:pt x="0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  <p:sp>
              <p:nvSpPr>
                <p:cNvPr id="197" name="AutoShape 15">
                  <a:extLst>
                    <a:ext uri="{FF2B5EF4-FFF2-40B4-BE49-F238E27FC236}">
                      <a16:creationId xmlns:a16="http://schemas.microsoft.com/office/drawing/2014/main" id="{145C00AB-2D2F-C8EB-7D2C-95BCE5BC937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674" cy="14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599" h="21600">
                      <a:moveTo>
                        <a:pt x="21564" y="21600"/>
                      </a:moveTo>
                      <a:cubicBezTo>
                        <a:pt x="9649" y="21581"/>
                        <a:pt x="0" y="11981"/>
                        <a:pt x="0" y="147"/>
                      </a:cubicBezTo>
                      <a:cubicBezTo>
                        <a:pt x="-1" y="97"/>
                        <a:pt x="0" y="49"/>
                        <a:pt x="0" y="0"/>
                      </a:cubicBezTo>
                      <a:lnTo>
                        <a:pt x="21599" y="147"/>
                      </a:lnTo>
                      <a:close/>
                      <a:moveTo>
                        <a:pt x="21564" y="21600"/>
                      </a:moveTo>
                    </a:path>
                  </a:pathLst>
                </a:custGeom>
                <a:solidFill>
                  <a:srgbClr val="FF500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chemeClr val="tx1"/>
                      </a:solidFill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</p:grpSp>
          <p:sp>
            <p:nvSpPr>
              <p:cNvPr id="175" name="Oval 17">
                <a:extLst>
                  <a:ext uri="{FF2B5EF4-FFF2-40B4-BE49-F238E27FC236}">
                    <a16:creationId xmlns:a16="http://schemas.microsoft.com/office/drawing/2014/main" id="{F9B4021C-33CC-7E77-D666-729B75BFC5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" y="530"/>
                <a:ext cx="507" cy="140"/>
              </a:xfrm>
              <a:prstGeom prst="ellipse">
                <a:avLst/>
              </a:prstGeom>
              <a:solidFill>
                <a:srgbClr val="FF5008"/>
              </a:solidFill>
              <a:ln w="1270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IL"/>
              </a:p>
            </p:txBody>
          </p:sp>
          <p:sp>
            <p:nvSpPr>
              <p:cNvPr id="176" name="Oval 18">
                <a:extLst>
                  <a:ext uri="{FF2B5EF4-FFF2-40B4-BE49-F238E27FC236}">
                    <a16:creationId xmlns:a16="http://schemas.microsoft.com/office/drawing/2014/main" id="{B5F0B5BA-1A72-FC60-2133-F6E4818580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6" y="28"/>
                <a:ext cx="278" cy="294"/>
              </a:xfrm>
              <a:prstGeom prst="ellipse">
                <a:avLst/>
              </a:prstGeom>
              <a:solidFill>
                <a:srgbClr val="FF50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L"/>
              </a:p>
            </p:txBody>
          </p:sp>
          <p:sp>
            <p:nvSpPr>
              <p:cNvPr id="177" name="Oval 19">
                <a:extLst>
                  <a:ext uri="{FF2B5EF4-FFF2-40B4-BE49-F238E27FC236}">
                    <a16:creationId xmlns:a16="http://schemas.microsoft.com/office/drawing/2014/main" id="{0588417A-9294-BF3B-577C-C62A85BBAA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" y="498"/>
                <a:ext cx="716" cy="167"/>
              </a:xfrm>
              <a:prstGeom prst="ellipse">
                <a:avLst/>
              </a:prstGeom>
              <a:solidFill>
                <a:srgbClr val="FF50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L"/>
              </a:p>
            </p:txBody>
          </p:sp>
          <p:grpSp>
            <p:nvGrpSpPr>
              <p:cNvPr id="178" name="Group 22">
                <a:extLst>
                  <a:ext uri="{FF2B5EF4-FFF2-40B4-BE49-F238E27FC236}">
                    <a16:creationId xmlns:a16="http://schemas.microsoft.com/office/drawing/2014/main" id="{99E450DC-72A8-273B-C3F1-49047301C0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6" y="520"/>
                <a:ext cx="686" cy="69"/>
                <a:chOff x="0" y="0"/>
                <a:chExt cx="686" cy="68"/>
              </a:xfrm>
            </p:grpSpPr>
            <p:sp>
              <p:nvSpPr>
                <p:cNvPr id="194" name="Freeform 20">
                  <a:extLst>
                    <a:ext uri="{FF2B5EF4-FFF2-40B4-BE49-F238E27FC236}">
                      <a16:creationId xmlns:a16="http://schemas.microsoft.com/office/drawing/2014/main" id="{C35B2603-9E11-258E-0D10-F8E14636E4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685" cy="68"/>
                </a:xfrm>
                <a:custGeom>
                  <a:avLst/>
                  <a:gdLst>
                    <a:gd name="T0" fmla="+- 0 21600 1"/>
                    <a:gd name="T1" fmla="*/ T0 w 21599"/>
                    <a:gd name="T2" fmla="*/ 21600 h 21600"/>
                    <a:gd name="T3" fmla="+- 0 1 1"/>
                    <a:gd name="T4" fmla="*/ T3 w 21599"/>
                    <a:gd name="T5" fmla="*/ 315 h 21600"/>
                    <a:gd name="T6" fmla="+- 0 3 1"/>
                    <a:gd name="T7" fmla="*/ T6 w 21599"/>
                    <a:gd name="T8" fmla="*/ 0 h 21600"/>
                  </a:gdLst>
                  <a:ahLst/>
                  <a:cxnLst>
                    <a:cxn ang="0">
                      <a:pos x="T1" y="T2"/>
                    </a:cxn>
                    <a:cxn ang="0">
                      <a:pos x="T4" y="T5"/>
                    </a:cxn>
                    <a:cxn ang="0">
                      <a:pos x="T7" y="T8"/>
                    </a:cxn>
                  </a:cxnLst>
                  <a:rect l="0" t="0" r="r" b="b"/>
                  <a:pathLst>
                    <a:path w="21599" h="21600">
                      <a:moveTo>
                        <a:pt x="21599" y="21600"/>
                      </a:moveTo>
                      <a:cubicBezTo>
                        <a:pt x="9664" y="21582"/>
                        <a:pt x="0" y="12058"/>
                        <a:pt x="0" y="315"/>
                      </a:cubicBezTo>
                      <a:cubicBezTo>
                        <a:pt x="-1" y="210"/>
                        <a:pt x="0" y="104"/>
                        <a:pt x="2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  <p:sp>
              <p:nvSpPr>
                <p:cNvPr id="195" name="AutoShape 21">
                  <a:extLst>
                    <a:ext uri="{FF2B5EF4-FFF2-40B4-BE49-F238E27FC236}">
                      <a16:creationId xmlns:a16="http://schemas.microsoft.com/office/drawing/2014/main" id="{4DFDC881-65D5-3BE2-39E1-C4F2D93B2F6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686" cy="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599" h="21600">
                      <a:moveTo>
                        <a:pt x="21565" y="21600"/>
                      </a:moveTo>
                      <a:cubicBezTo>
                        <a:pt x="9649" y="21582"/>
                        <a:pt x="0" y="12058"/>
                        <a:pt x="0" y="315"/>
                      </a:cubicBezTo>
                      <a:cubicBezTo>
                        <a:pt x="-1" y="210"/>
                        <a:pt x="0" y="104"/>
                        <a:pt x="2" y="0"/>
                      </a:cubicBezTo>
                      <a:lnTo>
                        <a:pt x="21599" y="315"/>
                      </a:lnTo>
                      <a:close/>
                      <a:moveTo>
                        <a:pt x="21565" y="21600"/>
                      </a:moveTo>
                    </a:path>
                  </a:pathLst>
                </a:custGeom>
                <a:solidFill>
                  <a:srgbClr val="FF500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chemeClr val="tx1"/>
                      </a:solidFill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</p:grpSp>
          <p:sp>
            <p:nvSpPr>
              <p:cNvPr id="179" name="Oval 23">
                <a:extLst>
                  <a:ext uri="{FF2B5EF4-FFF2-40B4-BE49-F238E27FC236}">
                    <a16:creationId xmlns:a16="http://schemas.microsoft.com/office/drawing/2014/main" id="{08BF2D0C-725A-4653-5F0E-4A2928250D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52" y="488"/>
                <a:ext cx="372" cy="91"/>
              </a:xfrm>
              <a:prstGeom prst="ellipse">
                <a:avLst/>
              </a:prstGeom>
              <a:solidFill>
                <a:srgbClr val="FF5008"/>
              </a:solidFill>
              <a:ln w="12700" cap="flat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lIns="0" tIns="0" rIns="0" bIns="0"/>
              <a:lstStyle/>
              <a:p>
                <a:endParaRPr lang="en-IL"/>
              </a:p>
            </p:txBody>
          </p:sp>
          <p:sp>
            <p:nvSpPr>
              <p:cNvPr id="180" name="Oval 24">
                <a:extLst>
                  <a:ext uri="{FF2B5EF4-FFF2-40B4-BE49-F238E27FC236}">
                    <a16:creationId xmlns:a16="http://schemas.microsoft.com/office/drawing/2014/main" id="{3BD1F339-4162-6852-FAD0-7E4653AD00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" y="466"/>
                <a:ext cx="491" cy="117"/>
              </a:xfrm>
              <a:prstGeom prst="ellipse">
                <a:avLst/>
              </a:prstGeom>
              <a:solidFill>
                <a:srgbClr val="FF50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L"/>
              </a:p>
            </p:txBody>
          </p:sp>
          <p:sp>
            <p:nvSpPr>
              <p:cNvPr id="181" name="Oval 25">
                <a:extLst>
                  <a:ext uri="{FF2B5EF4-FFF2-40B4-BE49-F238E27FC236}">
                    <a16:creationId xmlns:a16="http://schemas.microsoft.com/office/drawing/2014/main" id="{9D5C3087-4351-0B68-7B32-F5044D95CB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15" y="461"/>
                <a:ext cx="201" cy="110"/>
              </a:xfrm>
              <a:prstGeom prst="ellipse">
                <a:avLst/>
              </a:prstGeom>
              <a:solidFill>
                <a:srgbClr val="BC37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L"/>
              </a:p>
            </p:txBody>
          </p:sp>
          <p:grpSp>
            <p:nvGrpSpPr>
              <p:cNvPr id="182" name="Group 28">
                <a:extLst>
                  <a:ext uri="{FF2B5EF4-FFF2-40B4-BE49-F238E27FC236}">
                    <a16:creationId xmlns:a16="http://schemas.microsoft.com/office/drawing/2014/main" id="{083DEE05-97CC-E838-BE46-5187DE2AB79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6" y="0"/>
                <a:ext cx="399" cy="412"/>
                <a:chOff x="0" y="0"/>
                <a:chExt cx="398" cy="412"/>
              </a:xfrm>
            </p:grpSpPr>
            <p:sp>
              <p:nvSpPr>
                <p:cNvPr id="192" name="Freeform 26">
                  <a:extLst>
                    <a:ext uri="{FF2B5EF4-FFF2-40B4-BE49-F238E27FC236}">
                      <a16:creationId xmlns:a16="http://schemas.microsoft.com/office/drawing/2014/main" id="{6C9295E3-662E-F04A-BCC8-3974CAEF0A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398" cy="410"/>
                </a:xfrm>
                <a:custGeom>
                  <a:avLst/>
                  <a:gdLst>
                    <a:gd name="T0" fmla="*/ 0 w 21600"/>
                    <a:gd name="T1" fmla="+- 0 1 1"/>
                    <a:gd name="T2" fmla="*/ 1 h 21599"/>
                    <a:gd name="T3" fmla="*/ 59 w 21600"/>
                    <a:gd name="T4" fmla="+- 0 1 1"/>
                    <a:gd name="T5" fmla="*/ 1 h 21599"/>
                    <a:gd name="T6" fmla="*/ 21600 w 21600"/>
                    <a:gd name="T7" fmla="+- 0 21600 1"/>
                    <a:gd name="T8" fmla="*/ 21600 h 21599"/>
                  </a:gdLst>
                  <a:ahLst/>
                  <a:cxnLst>
                    <a:cxn ang="0">
                      <a:pos x="T0" y="T2"/>
                    </a:cxn>
                    <a:cxn ang="0">
                      <a:pos x="T3" y="T5"/>
                    </a:cxn>
                    <a:cxn ang="0">
                      <a:pos x="T6" y="T8"/>
                    </a:cxn>
                  </a:cxnLst>
                  <a:rect l="0" t="0" r="r" b="b"/>
                  <a:pathLst>
                    <a:path w="21600" h="21599">
                      <a:moveTo>
                        <a:pt x="0" y="0"/>
                      </a:moveTo>
                      <a:cubicBezTo>
                        <a:pt x="19" y="0"/>
                        <a:pt x="39" y="-1"/>
                        <a:pt x="59" y="0"/>
                      </a:cubicBezTo>
                      <a:cubicBezTo>
                        <a:pt x="11935" y="0"/>
                        <a:pt x="21571" y="9661"/>
                        <a:pt x="21600" y="21599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  <p:sp>
              <p:nvSpPr>
                <p:cNvPr id="193" name="AutoShape 27">
                  <a:extLst>
                    <a:ext uri="{FF2B5EF4-FFF2-40B4-BE49-F238E27FC236}">
                      <a16:creationId xmlns:a16="http://schemas.microsoft.com/office/drawing/2014/main" id="{6F0562FA-7C26-2243-54C1-EB4911C601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398" cy="412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600" h="21599">
                      <a:moveTo>
                        <a:pt x="0" y="0"/>
                      </a:moveTo>
                      <a:cubicBezTo>
                        <a:pt x="19" y="0"/>
                        <a:pt x="39" y="-1"/>
                        <a:pt x="59" y="0"/>
                      </a:cubicBezTo>
                      <a:cubicBezTo>
                        <a:pt x="11935" y="0"/>
                        <a:pt x="21571" y="9638"/>
                        <a:pt x="21600" y="21546"/>
                      </a:cubicBezTo>
                      <a:lnTo>
                        <a:pt x="59" y="21599"/>
                      </a:lnTo>
                      <a:close/>
                      <a:moveTo>
                        <a:pt x="0" y="0"/>
                      </a:moveTo>
                    </a:path>
                  </a:pathLst>
                </a:custGeom>
                <a:gradFill rotWithShape="0">
                  <a:gsLst>
                    <a:gs pos="0">
                      <a:srgbClr val="FF5008"/>
                    </a:gs>
                    <a:gs pos="100000">
                      <a:srgbClr val="FF966B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chemeClr val="tx1"/>
                      </a:solidFill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</p:grpSp>
          <p:sp>
            <p:nvSpPr>
              <p:cNvPr id="183" name="Oval 29">
                <a:extLst>
                  <a:ext uri="{FF2B5EF4-FFF2-40B4-BE49-F238E27FC236}">
                    <a16:creationId xmlns:a16="http://schemas.microsoft.com/office/drawing/2014/main" id="{5CF2E766-6CCD-EB90-B7B1-D12B81ED31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6" y="50"/>
                <a:ext cx="550" cy="498"/>
              </a:xfrm>
              <a:prstGeom prst="ellipse">
                <a:avLst/>
              </a:prstGeom>
              <a:solidFill>
                <a:srgbClr val="FF50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L"/>
              </a:p>
            </p:txBody>
          </p:sp>
          <p:sp>
            <p:nvSpPr>
              <p:cNvPr id="184" name="Oval 30">
                <a:extLst>
                  <a:ext uri="{FF2B5EF4-FFF2-40B4-BE49-F238E27FC236}">
                    <a16:creationId xmlns:a16="http://schemas.microsoft.com/office/drawing/2014/main" id="{9AB325B7-1F06-AC69-FC0A-66131D60BA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" y="102"/>
                <a:ext cx="379" cy="391"/>
              </a:xfrm>
              <a:prstGeom prst="ellipse">
                <a:avLst/>
              </a:prstGeom>
              <a:solidFill>
                <a:srgbClr val="FF50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L"/>
              </a:p>
            </p:txBody>
          </p:sp>
          <p:sp>
            <p:nvSpPr>
              <p:cNvPr id="185" name="Oval 31">
                <a:extLst>
                  <a:ext uri="{FF2B5EF4-FFF2-40B4-BE49-F238E27FC236}">
                    <a16:creationId xmlns:a16="http://schemas.microsoft.com/office/drawing/2014/main" id="{567F2110-3EC9-2F34-8BD5-B3839C2EA3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" y="175"/>
                <a:ext cx="380" cy="390"/>
              </a:xfrm>
              <a:prstGeom prst="ellipse">
                <a:avLst/>
              </a:prstGeom>
              <a:solidFill>
                <a:srgbClr val="FF50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L"/>
              </a:p>
            </p:txBody>
          </p:sp>
          <p:sp>
            <p:nvSpPr>
              <p:cNvPr id="186" name="Rectangle 32">
                <a:extLst>
                  <a:ext uri="{FF2B5EF4-FFF2-40B4-BE49-F238E27FC236}">
                    <a16:creationId xmlns:a16="http://schemas.microsoft.com/office/drawing/2014/main" id="{51F17C45-F125-22BE-E6A0-5D232DFE9B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46" y="408"/>
                <a:ext cx="98" cy="145"/>
              </a:xfrm>
              <a:prstGeom prst="rect">
                <a:avLst/>
              </a:prstGeom>
              <a:gradFill rotWithShape="0">
                <a:gsLst>
                  <a:gs pos="0">
                    <a:srgbClr val="FF5008"/>
                  </a:gs>
                  <a:gs pos="100000">
                    <a:srgbClr val="FF7339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miter lim="800000"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L"/>
              </a:p>
            </p:txBody>
          </p:sp>
          <p:sp>
            <p:nvSpPr>
              <p:cNvPr id="187" name="Oval 33">
                <a:extLst>
                  <a:ext uri="{FF2B5EF4-FFF2-40B4-BE49-F238E27FC236}">
                    <a16:creationId xmlns:a16="http://schemas.microsoft.com/office/drawing/2014/main" id="{8DC658E8-1E85-2212-AB12-B823C23A15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" y="426"/>
                <a:ext cx="435" cy="108"/>
              </a:xfrm>
              <a:prstGeom prst="ellipse">
                <a:avLst/>
              </a:prstGeom>
              <a:solidFill>
                <a:srgbClr val="FF50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L"/>
              </a:p>
            </p:txBody>
          </p:sp>
          <p:sp>
            <p:nvSpPr>
              <p:cNvPr id="188" name="Oval 34">
                <a:extLst>
                  <a:ext uri="{FF2B5EF4-FFF2-40B4-BE49-F238E27FC236}">
                    <a16:creationId xmlns:a16="http://schemas.microsoft.com/office/drawing/2014/main" id="{3BA22346-8856-22DD-4F7F-CB1B2DEE25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3" y="391"/>
                <a:ext cx="153" cy="174"/>
              </a:xfrm>
              <a:prstGeom prst="ellipse">
                <a:avLst/>
              </a:prstGeom>
              <a:solidFill>
                <a:srgbClr val="BC37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L"/>
              </a:p>
            </p:txBody>
          </p:sp>
          <p:sp>
            <p:nvSpPr>
              <p:cNvPr id="189" name="AutoShape 35">
                <a:extLst>
                  <a:ext uri="{FF2B5EF4-FFF2-40B4-BE49-F238E27FC236}">
                    <a16:creationId xmlns:a16="http://schemas.microsoft.com/office/drawing/2014/main" id="{C217C264-A064-8ECB-6135-5C233C5E18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" y="77"/>
                <a:ext cx="269" cy="440"/>
              </a:xfrm>
              <a:custGeom>
                <a:avLst/>
                <a:gdLst/>
                <a:ahLst/>
                <a:cxnLst/>
                <a:rect l="0" t="0" r="r" b="b"/>
                <a:pathLst>
                  <a:path w="21600" h="21600">
                    <a:moveTo>
                      <a:pt x="0" y="21551"/>
                    </a:moveTo>
                    <a:cubicBezTo>
                      <a:pt x="26" y="9674"/>
                      <a:pt x="9636" y="48"/>
                      <a:pt x="21513" y="0"/>
                    </a:cubicBezTo>
                    <a:lnTo>
                      <a:pt x="21600" y="21600"/>
                    </a:lnTo>
                    <a:close/>
                    <a:moveTo>
                      <a:pt x="0" y="21551"/>
                    </a:moveTo>
                  </a:path>
                </a:pathLst>
              </a:custGeom>
              <a:solidFill>
                <a:srgbClr val="FF500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rnd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L"/>
              </a:p>
            </p:txBody>
          </p:sp>
          <p:sp>
            <p:nvSpPr>
              <p:cNvPr id="190" name="Oval 36">
                <a:extLst>
                  <a:ext uri="{FF2B5EF4-FFF2-40B4-BE49-F238E27FC236}">
                    <a16:creationId xmlns:a16="http://schemas.microsoft.com/office/drawing/2014/main" id="{D88DD5F7-8213-BE4F-45E9-69FAB05B22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" y="439"/>
                <a:ext cx="49" cy="72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L"/>
              </a:p>
            </p:txBody>
          </p:sp>
          <p:sp>
            <p:nvSpPr>
              <p:cNvPr id="191" name="Oval 37">
                <a:extLst>
                  <a:ext uri="{FF2B5EF4-FFF2-40B4-BE49-F238E27FC236}">
                    <a16:creationId xmlns:a16="http://schemas.microsoft.com/office/drawing/2014/main" id="{FE059EFC-864B-9591-FC1D-C3297DB05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" y="113"/>
                <a:ext cx="208" cy="149"/>
              </a:xfrm>
              <a:prstGeom prst="ellipse">
                <a:avLst/>
              </a:prstGeom>
              <a:gradFill rotWithShape="0">
                <a:gsLst>
                  <a:gs pos="0">
                    <a:srgbClr val="FFFFFF"/>
                  </a:gs>
                  <a:gs pos="100000">
                    <a:srgbClr val="FF5008"/>
                  </a:gs>
                </a:gsLst>
                <a:path path="rect">
                  <a:fillToRect l="50000" t="50000" r="50000" b="50000"/>
                </a:path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L"/>
              </a:p>
            </p:txBody>
          </p:sp>
        </p:grpSp>
        <p:grpSp>
          <p:nvGrpSpPr>
            <p:cNvPr id="134" name="Group 46">
              <a:extLst>
                <a:ext uri="{FF2B5EF4-FFF2-40B4-BE49-F238E27FC236}">
                  <a16:creationId xmlns:a16="http://schemas.microsoft.com/office/drawing/2014/main" id="{E6D3C17D-DD32-BA14-737E-0E57B5D51E2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" y="430"/>
              <a:ext cx="692" cy="105"/>
              <a:chOff x="0" y="0"/>
              <a:chExt cx="692" cy="105"/>
            </a:xfrm>
          </p:grpSpPr>
          <p:sp>
            <p:nvSpPr>
              <p:cNvPr id="162" name="Oval 39">
                <a:extLst>
                  <a:ext uri="{FF2B5EF4-FFF2-40B4-BE49-F238E27FC236}">
                    <a16:creationId xmlns:a16="http://schemas.microsoft.com/office/drawing/2014/main" id="{145269ED-95C0-E302-C8D0-FC7DA01B58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93" y="0"/>
                <a:ext cx="99" cy="46"/>
              </a:xfrm>
              <a:prstGeom prst="ellipse">
                <a:avLst/>
              </a:prstGeom>
              <a:solidFill>
                <a:srgbClr val="712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>
                    <a:solidFill>
                      <a:srgbClr val="000000"/>
                    </a:solidFill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txBody>
              <a:bodyPr lIns="0" tIns="0" rIns="0" bIns="0"/>
              <a:lstStyle/>
              <a:p>
                <a:endParaRPr lang="en-IL"/>
              </a:p>
            </p:txBody>
          </p:sp>
          <p:grpSp>
            <p:nvGrpSpPr>
              <p:cNvPr id="163" name="Group 42">
                <a:extLst>
                  <a:ext uri="{FF2B5EF4-FFF2-40B4-BE49-F238E27FC236}">
                    <a16:creationId xmlns:a16="http://schemas.microsoft.com/office/drawing/2014/main" id="{6BC8FE1E-5B61-1A49-3344-8F9B5C9BAF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1" y="36"/>
                <a:ext cx="681" cy="69"/>
                <a:chOff x="0" y="0"/>
                <a:chExt cx="680" cy="69"/>
              </a:xfrm>
            </p:grpSpPr>
            <p:sp>
              <p:nvSpPr>
                <p:cNvPr id="167" name="Freeform 40">
                  <a:extLst>
                    <a:ext uri="{FF2B5EF4-FFF2-40B4-BE49-F238E27FC236}">
                      <a16:creationId xmlns:a16="http://schemas.microsoft.com/office/drawing/2014/main" id="{9A7EB5CC-FDE1-8BEF-F4DD-650FAEBFF5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680" cy="69"/>
                </a:xfrm>
                <a:custGeom>
                  <a:avLst/>
                  <a:gdLst>
                    <a:gd name="T0" fmla="*/ 21597 w 21600"/>
                    <a:gd name="T1" fmla="*/ 0 h 21600"/>
                    <a:gd name="T2" fmla="*/ 21600 w 21600"/>
                    <a:gd name="T3" fmla="*/ 310 h 21600"/>
                    <a:gd name="T4" fmla="*/ 0 w 21600"/>
                    <a:gd name="T5" fmla="*/ 2160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>
                      <a:moveTo>
                        <a:pt x="21597" y="0"/>
                      </a:moveTo>
                      <a:cubicBezTo>
                        <a:pt x="21599" y="103"/>
                        <a:pt x="21600" y="206"/>
                        <a:pt x="21600" y="310"/>
                      </a:cubicBezTo>
                      <a:cubicBezTo>
                        <a:pt x="21600" y="12068"/>
                        <a:pt x="11929" y="21599"/>
                        <a:pt x="0" y="21600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  <p:sp>
              <p:nvSpPr>
                <p:cNvPr id="168" name="AutoShape 41">
                  <a:extLst>
                    <a:ext uri="{FF2B5EF4-FFF2-40B4-BE49-F238E27FC236}">
                      <a16:creationId xmlns:a16="http://schemas.microsoft.com/office/drawing/2014/main" id="{7148AAA3-9282-3FCA-026D-EEAF14EE9B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680" cy="69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600" h="21600">
                      <a:moveTo>
                        <a:pt x="21597" y="0"/>
                      </a:moveTo>
                      <a:cubicBezTo>
                        <a:pt x="21599" y="103"/>
                        <a:pt x="21600" y="206"/>
                        <a:pt x="21600" y="310"/>
                      </a:cubicBezTo>
                      <a:cubicBezTo>
                        <a:pt x="21600" y="12068"/>
                        <a:pt x="11929" y="21599"/>
                        <a:pt x="0" y="21600"/>
                      </a:cubicBezTo>
                      <a:lnTo>
                        <a:pt x="0" y="310"/>
                      </a:lnTo>
                      <a:close/>
                      <a:moveTo>
                        <a:pt x="21597" y="0"/>
                      </a:moveTo>
                    </a:path>
                  </a:pathLst>
                </a:custGeom>
                <a:solidFill>
                  <a:srgbClr val="712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chemeClr val="tx1"/>
                      </a:solidFill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</p:grpSp>
          <p:grpSp>
            <p:nvGrpSpPr>
              <p:cNvPr id="164" name="Group 45">
                <a:extLst>
                  <a:ext uri="{FF2B5EF4-FFF2-40B4-BE49-F238E27FC236}">
                    <a16:creationId xmlns:a16="http://schemas.microsoft.com/office/drawing/2014/main" id="{23EE2C7C-51C2-95E9-3627-09E9393E57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680" cy="68"/>
                <a:chOff x="0" y="0"/>
                <a:chExt cx="680" cy="68"/>
              </a:xfrm>
            </p:grpSpPr>
            <p:sp>
              <p:nvSpPr>
                <p:cNvPr id="165" name="Freeform 43">
                  <a:extLst>
                    <a:ext uri="{FF2B5EF4-FFF2-40B4-BE49-F238E27FC236}">
                      <a16:creationId xmlns:a16="http://schemas.microsoft.com/office/drawing/2014/main" id="{23A0D76E-19B6-FAFA-8E10-1C846412F97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680" cy="68"/>
                </a:xfrm>
                <a:custGeom>
                  <a:avLst/>
                  <a:gdLst>
                    <a:gd name="T0" fmla="*/ 21600 w 21600"/>
                    <a:gd name="T1" fmla="*/ 0 h 21600"/>
                    <a:gd name="T2" fmla="*/ 34 w 21600"/>
                    <a:gd name="T3" fmla="*/ 21600 h 21600"/>
                    <a:gd name="T4" fmla="*/ 0 w 21600"/>
                    <a:gd name="T5" fmla="*/ 21599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1600" h="21600">
                      <a:moveTo>
                        <a:pt x="21600" y="0"/>
                      </a:moveTo>
                      <a:cubicBezTo>
                        <a:pt x="21600" y="11929"/>
                        <a:pt x="11944" y="21600"/>
                        <a:pt x="34" y="21600"/>
                      </a:cubicBezTo>
                      <a:cubicBezTo>
                        <a:pt x="22" y="21600"/>
                        <a:pt x="11" y="21599"/>
                        <a:pt x="0" y="21599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  <p:sp>
              <p:nvSpPr>
                <p:cNvPr id="166" name="AutoShape 44">
                  <a:extLst>
                    <a:ext uri="{FF2B5EF4-FFF2-40B4-BE49-F238E27FC236}">
                      <a16:creationId xmlns:a16="http://schemas.microsoft.com/office/drawing/2014/main" id="{4CB52A22-A92F-3BB3-C27D-D521A87427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680" cy="68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600" h="21600">
                      <a:moveTo>
                        <a:pt x="21600" y="0"/>
                      </a:moveTo>
                      <a:cubicBezTo>
                        <a:pt x="21600" y="11929"/>
                        <a:pt x="11944" y="21600"/>
                        <a:pt x="34" y="21600"/>
                      </a:cubicBezTo>
                      <a:cubicBezTo>
                        <a:pt x="22" y="21600"/>
                        <a:pt x="11" y="21599"/>
                        <a:pt x="0" y="21599"/>
                      </a:cubicBezTo>
                      <a:lnTo>
                        <a:pt x="34" y="0"/>
                      </a:lnTo>
                      <a:close/>
                      <a:moveTo>
                        <a:pt x="21600" y="0"/>
                      </a:moveTo>
                    </a:path>
                  </a:pathLst>
                </a:custGeom>
                <a:solidFill>
                  <a:srgbClr val="FF5008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chemeClr val="tx1"/>
                      </a:solidFill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</p:grpSp>
        </p:grpSp>
        <p:grpSp>
          <p:nvGrpSpPr>
            <p:cNvPr id="135" name="Group 53">
              <a:extLst>
                <a:ext uri="{FF2B5EF4-FFF2-40B4-BE49-F238E27FC236}">
                  <a16:creationId xmlns:a16="http://schemas.microsoft.com/office/drawing/2014/main" id="{FD3D0C93-931A-80CE-974B-F1C5A3D1831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70" y="439"/>
              <a:ext cx="249" cy="72"/>
              <a:chOff x="0" y="0"/>
              <a:chExt cx="249" cy="71"/>
            </a:xfrm>
          </p:grpSpPr>
          <p:grpSp>
            <p:nvGrpSpPr>
              <p:cNvPr id="156" name="Group 49">
                <a:extLst>
                  <a:ext uri="{FF2B5EF4-FFF2-40B4-BE49-F238E27FC236}">
                    <a16:creationId xmlns:a16="http://schemas.microsoft.com/office/drawing/2014/main" id="{65E77755-5025-76BB-0A6D-124903A0C2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27"/>
                <a:ext cx="249" cy="44"/>
                <a:chOff x="0" y="0"/>
                <a:chExt cx="249" cy="44"/>
              </a:xfrm>
            </p:grpSpPr>
            <p:sp>
              <p:nvSpPr>
                <p:cNvPr id="160" name="Freeform 47">
                  <a:extLst>
                    <a:ext uri="{FF2B5EF4-FFF2-40B4-BE49-F238E27FC236}">
                      <a16:creationId xmlns:a16="http://schemas.microsoft.com/office/drawing/2014/main" id="{7B71FE84-688A-73E7-B966-81A979FD1E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48" cy="44"/>
                </a:xfrm>
                <a:custGeom>
                  <a:avLst/>
                  <a:gdLst>
                    <a:gd name="T0" fmla="*/ 21600 w 21600"/>
                    <a:gd name="T1" fmla="*/ 21600 h 21600"/>
                    <a:gd name="T2" fmla="*/ 0 w 21600"/>
                    <a:gd name="T3" fmla="*/ 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21600" h="21600">
                      <a:moveTo>
                        <a:pt x="21600" y="21600"/>
                      </a:moveTo>
                      <a:cubicBezTo>
                        <a:pt x="9655" y="21549"/>
                        <a:pt x="0" y="11893"/>
                        <a:pt x="0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  <p:sp>
              <p:nvSpPr>
                <p:cNvPr id="161" name="AutoShape 48">
                  <a:extLst>
                    <a:ext uri="{FF2B5EF4-FFF2-40B4-BE49-F238E27FC236}">
                      <a16:creationId xmlns:a16="http://schemas.microsoft.com/office/drawing/2014/main" id="{1B7BB85C-F112-52A8-BC49-1EE16E6F1DC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49" cy="44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600" h="21600">
                      <a:moveTo>
                        <a:pt x="21506" y="21600"/>
                      </a:moveTo>
                      <a:cubicBezTo>
                        <a:pt x="9613" y="21549"/>
                        <a:pt x="0" y="11893"/>
                        <a:pt x="0" y="0"/>
                      </a:cubicBezTo>
                      <a:lnTo>
                        <a:pt x="21600" y="0"/>
                      </a:lnTo>
                      <a:close/>
                      <a:moveTo>
                        <a:pt x="21506" y="21600"/>
                      </a:moveTo>
                    </a:path>
                  </a:pathLst>
                </a:custGeom>
                <a:solidFill>
                  <a:srgbClr val="712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chemeClr val="tx1"/>
                      </a:solidFill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</p:grpSp>
          <p:grpSp>
            <p:nvGrpSpPr>
              <p:cNvPr id="157" name="Group 52">
                <a:extLst>
                  <a:ext uri="{FF2B5EF4-FFF2-40B4-BE49-F238E27FC236}">
                    <a16:creationId xmlns:a16="http://schemas.microsoft.com/office/drawing/2014/main" id="{B6EAD092-1601-FCDF-D7E6-97B8AE2619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" y="0"/>
                <a:ext cx="248" cy="47"/>
                <a:chOff x="0" y="0"/>
                <a:chExt cx="248" cy="47"/>
              </a:xfrm>
            </p:grpSpPr>
            <p:sp>
              <p:nvSpPr>
                <p:cNvPr id="158" name="Freeform 50">
                  <a:extLst>
                    <a:ext uri="{FF2B5EF4-FFF2-40B4-BE49-F238E27FC236}">
                      <a16:creationId xmlns:a16="http://schemas.microsoft.com/office/drawing/2014/main" id="{2CB3541A-43DC-F664-6B35-9358119839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48" cy="47"/>
                </a:xfrm>
                <a:custGeom>
                  <a:avLst/>
                  <a:gdLst>
                    <a:gd name="T0" fmla="+- 0 21600 1"/>
                    <a:gd name="T1" fmla="*/ T0 w 21599"/>
                    <a:gd name="T2" fmla="*/ 21600 h 21600"/>
                    <a:gd name="T3" fmla="+- 0 1 1"/>
                    <a:gd name="T4" fmla="*/ T3 w 21599"/>
                    <a:gd name="T5" fmla="*/ 465 h 21600"/>
                    <a:gd name="T6" fmla="+- 0 6 1"/>
                    <a:gd name="T7" fmla="*/ T6 w 21599"/>
                    <a:gd name="T8" fmla="*/ 0 h 21600"/>
                  </a:gdLst>
                  <a:ahLst/>
                  <a:cxnLst>
                    <a:cxn ang="0">
                      <a:pos x="T1" y="T2"/>
                    </a:cxn>
                    <a:cxn ang="0">
                      <a:pos x="T4" y="T5"/>
                    </a:cxn>
                    <a:cxn ang="0">
                      <a:pos x="T7" y="T8"/>
                    </a:cxn>
                  </a:cxnLst>
                  <a:rect l="0" t="0" r="r" b="b"/>
                  <a:pathLst>
                    <a:path w="21599" h="21600">
                      <a:moveTo>
                        <a:pt x="21599" y="21600"/>
                      </a:moveTo>
                      <a:cubicBezTo>
                        <a:pt x="9670" y="21600"/>
                        <a:pt x="0" y="12137"/>
                        <a:pt x="0" y="465"/>
                      </a:cubicBezTo>
                      <a:cubicBezTo>
                        <a:pt x="-1" y="309"/>
                        <a:pt x="1" y="155"/>
                        <a:pt x="5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  <p:sp>
              <p:nvSpPr>
                <p:cNvPr id="159" name="AutoShape 51">
                  <a:extLst>
                    <a:ext uri="{FF2B5EF4-FFF2-40B4-BE49-F238E27FC236}">
                      <a16:creationId xmlns:a16="http://schemas.microsoft.com/office/drawing/2014/main" id="{EA7D415B-9BEF-83C2-B5E4-9488F0CB8F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48" cy="47"/>
                </a:xfrm>
                <a:custGeom>
                  <a:avLst/>
                  <a:gdLst/>
                  <a:ahLst/>
                  <a:cxnLst/>
                  <a:rect l="0" t="0" r="r" b="b"/>
                  <a:pathLst>
                    <a:path w="21599" h="21600">
                      <a:moveTo>
                        <a:pt x="21599" y="21600"/>
                      </a:moveTo>
                      <a:cubicBezTo>
                        <a:pt x="9670" y="21600"/>
                        <a:pt x="0" y="12137"/>
                        <a:pt x="0" y="465"/>
                      </a:cubicBezTo>
                      <a:cubicBezTo>
                        <a:pt x="-1" y="309"/>
                        <a:pt x="1" y="155"/>
                        <a:pt x="5" y="0"/>
                      </a:cubicBezTo>
                      <a:lnTo>
                        <a:pt x="21599" y="465"/>
                      </a:lnTo>
                      <a:close/>
                      <a:moveTo>
                        <a:pt x="21599" y="21600"/>
                      </a:moveTo>
                    </a:path>
                  </a:pathLst>
                </a:custGeom>
                <a:solidFill>
                  <a:srgbClr val="BC37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12700" cap="rnd">
                      <a:solidFill>
                        <a:schemeClr val="tx1"/>
                      </a:solidFill>
                      <a:round/>
                      <a:headEnd type="none" w="med" len="med"/>
                      <a:tailEnd type="none" w="med" len="med"/>
                    </a14:hiddenLine>
                  </a:ext>
                </a:extLst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</p:grpSp>
        </p:grpSp>
        <p:grpSp>
          <p:nvGrpSpPr>
            <p:cNvPr id="136" name="Group 72">
              <a:extLst>
                <a:ext uri="{FF2B5EF4-FFF2-40B4-BE49-F238E27FC236}">
                  <a16:creationId xmlns:a16="http://schemas.microsoft.com/office/drawing/2014/main" id="{4EAF3DFE-85C1-7C5F-1C5E-16B97386D1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77" y="257"/>
              <a:ext cx="309" cy="310"/>
              <a:chOff x="0" y="0"/>
              <a:chExt cx="308" cy="310"/>
            </a:xfrm>
          </p:grpSpPr>
          <p:grpSp>
            <p:nvGrpSpPr>
              <p:cNvPr id="138" name="Group 62">
                <a:extLst>
                  <a:ext uri="{FF2B5EF4-FFF2-40B4-BE49-F238E27FC236}">
                    <a16:creationId xmlns:a16="http://schemas.microsoft.com/office/drawing/2014/main" id="{D62A9EE4-0A83-5008-15A9-1A0873C97C5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0" y="0"/>
                <a:ext cx="296" cy="304"/>
                <a:chOff x="0" y="0"/>
                <a:chExt cx="296" cy="304"/>
              </a:xfrm>
            </p:grpSpPr>
            <p:sp>
              <p:nvSpPr>
                <p:cNvPr id="148" name="Oval 54">
                  <a:extLst>
                    <a:ext uri="{FF2B5EF4-FFF2-40B4-BE49-F238E27FC236}">
                      <a16:creationId xmlns:a16="http://schemas.microsoft.com/office/drawing/2014/main" id="{0D888E42-3EA1-C96A-8047-321C6862F6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81" cy="190"/>
                </a:xfrm>
                <a:prstGeom prst="ellipse">
                  <a:avLst/>
                </a:prstGeom>
                <a:solidFill>
                  <a:srgbClr val="FFFF00"/>
                </a:solidFill>
                <a:ln w="12700" cap="flat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  <p:grpSp>
              <p:nvGrpSpPr>
                <p:cNvPr id="149" name="Group 60">
                  <a:extLst>
                    <a:ext uri="{FF2B5EF4-FFF2-40B4-BE49-F238E27FC236}">
                      <a16:creationId xmlns:a16="http://schemas.microsoft.com/office/drawing/2014/main" id="{1AB1B537-E5A7-2D1D-9298-952F8A91996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1" y="144"/>
                  <a:ext cx="211" cy="160"/>
                  <a:chOff x="0" y="0"/>
                  <a:chExt cx="211" cy="160"/>
                </a:xfrm>
              </p:grpSpPr>
              <p:sp>
                <p:nvSpPr>
                  <p:cNvPr id="151" name="Oval 55">
                    <a:extLst>
                      <a:ext uri="{FF2B5EF4-FFF2-40B4-BE49-F238E27FC236}">
                        <a16:creationId xmlns:a16="http://schemas.microsoft.com/office/drawing/2014/main" id="{002D3483-D861-64A9-865B-875F5904409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" y="118"/>
                    <a:ext cx="188" cy="42"/>
                  </a:xfrm>
                  <a:prstGeom prst="ellipse">
                    <a:avLst/>
                  </a:prstGeom>
                  <a:solidFill>
                    <a:srgbClr val="FFFF00"/>
                  </a:solidFill>
                  <a:ln w="12700" cap="flat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lIns="0" tIns="0" rIns="0" bIns="0"/>
                  <a:lstStyle/>
                  <a:p>
                    <a:endParaRPr lang="en-IL"/>
                  </a:p>
                </p:txBody>
              </p:sp>
              <p:sp>
                <p:nvSpPr>
                  <p:cNvPr id="152" name="Line 56">
                    <a:extLst>
                      <a:ext uri="{FF2B5EF4-FFF2-40B4-BE49-F238E27FC236}">
                        <a16:creationId xmlns:a16="http://schemas.microsoft.com/office/drawing/2014/main" id="{6DC00BD0-76B9-0B25-D053-70DEAE87B5C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0" y="15"/>
                    <a:ext cx="1" cy="105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tIns="0" rIns="0" bIns="0"/>
                  <a:lstStyle/>
                  <a:p>
                    <a:endParaRPr lang="en-IL"/>
                  </a:p>
                </p:txBody>
              </p:sp>
              <p:sp>
                <p:nvSpPr>
                  <p:cNvPr id="153" name="Line 57">
                    <a:extLst>
                      <a:ext uri="{FF2B5EF4-FFF2-40B4-BE49-F238E27FC236}">
                        <a16:creationId xmlns:a16="http://schemas.microsoft.com/office/drawing/2014/main" id="{FC90C1C6-1D97-EE33-02B5-482634FE19C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89" y="25"/>
                    <a:ext cx="1" cy="89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tIns="0" rIns="0" bIns="0"/>
                  <a:lstStyle/>
                  <a:p>
                    <a:endParaRPr lang="en-IL"/>
                  </a:p>
                </p:txBody>
              </p:sp>
              <p:sp>
                <p:nvSpPr>
                  <p:cNvPr id="154" name="Freeform 58">
                    <a:extLst>
                      <a:ext uri="{FF2B5EF4-FFF2-40B4-BE49-F238E27FC236}">
                        <a16:creationId xmlns:a16="http://schemas.microsoft.com/office/drawing/2014/main" id="{84C49233-63AC-AF82-B61B-3204215FB46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0" y="15"/>
                    <a:ext cx="211" cy="128"/>
                  </a:xfrm>
                  <a:custGeom>
                    <a:avLst/>
                    <a:gdLst>
                      <a:gd name="T0" fmla="*/ 665 w 21600"/>
                      <a:gd name="T1" fmla="*/ 0 h 21600"/>
                      <a:gd name="T2" fmla="*/ 21600 w 21600"/>
                      <a:gd name="T3" fmla="*/ 0 h 21600"/>
                      <a:gd name="T4" fmla="*/ 20714 w 21600"/>
                      <a:gd name="T5" fmla="*/ 21600 h 21600"/>
                      <a:gd name="T6" fmla="*/ 0 w 21600"/>
                      <a:gd name="T7" fmla="*/ 19575 h 21600"/>
                      <a:gd name="T8" fmla="*/ 665 w 21600"/>
                      <a:gd name="T9" fmla="*/ 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1600" h="21600">
                        <a:moveTo>
                          <a:pt x="665" y="0"/>
                        </a:moveTo>
                        <a:lnTo>
                          <a:pt x="21600" y="0"/>
                        </a:lnTo>
                        <a:lnTo>
                          <a:pt x="20714" y="21600"/>
                        </a:lnTo>
                        <a:lnTo>
                          <a:pt x="0" y="19575"/>
                        </a:lnTo>
                        <a:lnTo>
                          <a:pt x="665" y="0"/>
                        </a:lnTo>
                      </a:path>
                    </a:pathLst>
                  </a:custGeom>
                  <a:solidFill>
                    <a:srgbClr val="FFFF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lIns="0" tIns="0" rIns="0" bIns="0"/>
                  <a:lstStyle/>
                  <a:p>
                    <a:endParaRPr lang="en-IL"/>
                  </a:p>
                </p:txBody>
              </p:sp>
              <p:sp>
                <p:nvSpPr>
                  <p:cNvPr id="155" name="Oval 59">
                    <a:extLst>
                      <a:ext uri="{FF2B5EF4-FFF2-40B4-BE49-F238E27FC236}">
                        <a16:creationId xmlns:a16="http://schemas.microsoft.com/office/drawing/2014/main" id="{026AFF73-ACD5-795B-C1E6-2B09C7785C5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" y="0"/>
                    <a:ext cx="173" cy="35"/>
                  </a:xfrm>
                  <a:prstGeom prst="ellipse">
                    <a:avLst/>
                  </a:prstGeom>
                  <a:solidFill>
                    <a:srgbClr val="FFFF00"/>
                  </a:solidFill>
                  <a:ln w="12700" cap="flat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lIns="0" tIns="0" rIns="0" bIns="0"/>
                  <a:lstStyle/>
                  <a:p>
                    <a:endParaRPr lang="en-IL"/>
                  </a:p>
                </p:txBody>
              </p:sp>
            </p:grpSp>
            <p:sp>
              <p:nvSpPr>
                <p:cNvPr id="150" name="Oval 61">
                  <a:extLst>
                    <a:ext uri="{FF2B5EF4-FFF2-40B4-BE49-F238E27FC236}">
                      <a16:creationId xmlns:a16="http://schemas.microsoft.com/office/drawing/2014/main" id="{3CAB754B-0CB6-7EF5-6551-4B18094991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4" y="5"/>
                  <a:ext cx="282" cy="189"/>
                </a:xfrm>
                <a:prstGeom prst="ellipse">
                  <a:avLst/>
                </a:prstGeom>
                <a:solidFill>
                  <a:srgbClr val="FFFF00"/>
                </a:solidFill>
                <a:ln w="12700" cap="flat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</p:grpSp>
          <p:grpSp>
            <p:nvGrpSpPr>
              <p:cNvPr id="139" name="Group 71">
                <a:extLst>
                  <a:ext uri="{FF2B5EF4-FFF2-40B4-BE49-F238E27FC236}">
                    <a16:creationId xmlns:a16="http://schemas.microsoft.com/office/drawing/2014/main" id="{82209E82-4B9B-D53E-3ACA-924D944967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9" y="32"/>
                <a:ext cx="249" cy="278"/>
                <a:chOff x="0" y="0"/>
                <a:chExt cx="249" cy="278"/>
              </a:xfrm>
            </p:grpSpPr>
            <p:sp>
              <p:nvSpPr>
                <p:cNvPr id="140" name="Oval 63">
                  <a:extLst>
                    <a:ext uri="{FF2B5EF4-FFF2-40B4-BE49-F238E27FC236}">
                      <a16:creationId xmlns:a16="http://schemas.microsoft.com/office/drawing/2014/main" id="{23D4AD07-FF55-B0DB-AB84-39823D0FA6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0" y="0"/>
                  <a:ext cx="236" cy="173"/>
                </a:xfrm>
                <a:prstGeom prst="ellipse">
                  <a:avLst/>
                </a:prstGeom>
                <a:solidFill>
                  <a:srgbClr val="FFFF00"/>
                </a:solidFill>
                <a:ln w="12700" cap="flat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  <p:grpSp>
              <p:nvGrpSpPr>
                <p:cNvPr id="141" name="Group 69">
                  <a:extLst>
                    <a:ext uri="{FF2B5EF4-FFF2-40B4-BE49-F238E27FC236}">
                      <a16:creationId xmlns:a16="http://schemas.microsoft.com/office/drawing/2014/main" id="{10CAEF8F-E988-6E1F-36A7-E259C4C8917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5" y="131"/>
                  <a:ext cx="179" cy="147"/>
                  <a:chOff x="0" y="0"/>
                  <a:chExt cx="178" cy="147"/>
                </a:xfrm>
              </p:grpSpPr>
              <p:sp>
                <p:nvSpPr>
                  <p:cNvPr id="143" name="Oval 64">
                    <a:extLst>
                      <a:ext uri="{FF2B5EF4-FFF2-40B4-BE49-F238E27FC236}">
                        <a16:creationId xmlns:a16="http://schemas.microsoft.com/office/drawing/2014/main" id="{9E485993-9B18-91A9-56C3-3EF48AC3566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" y="108"/>
                    <a:ext cx="156" cy="39"/>
                  </a:xfrm>
                  <a:prstGeom prst="ellipse">
                    <a:avLst/>
                  </a:prstGeom>
                  <a:gradFill rotWithShape="0">
                    <a:gsLst>
                      <a:gs pos="0">
                        <a:srgbClr val="1D2B4B"/>
                      </a:gs>
                      <a:gs pos="50000">
                        <a:srgbClr val="618FFD"/>
                      </a:gs>
                      <a:gs pos="100000">
                        <a:srgbClr val="1D2B4B"/>
                      </a:gs>
                    </a:gsLst>
                    <a:lin ang="0" scaled="1"/>
                  </a:gradFill>
                  <a:ln w="12700" cap="flat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lIns="0" tIns="0" rIns="0" bIns="0"/>
                  <a:lstStyle/>
                  <a:p>
                    <a:endParaRPr lang="en-IL"/>
                  </a:p>
                </p:txBody>
              </p:sp>
              <p:sp>
                <p:nvSpPr>
                  <p:cNvPr id="144" name="Line 65">
                    <a:extLst>
                      <a:ext uri="{FF2B5EF4-FFF2-40B4-BE49-F238E27FC236}">
                        <a16:creationId xmlns:a16="http://schemas.microsoft.com/office/drawing/2014/main" id="{48D171C6-4E96-B1FB-E106-1A988264A0D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0" y="14"/>
                    <a:ext cx="1" cy="95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tIns="0" rIns="0" bIns="0"/>
                  <a:lstStyle/>
                  <a:p>
                    <a:endParaRPr lang="en-IL"/>
                  </a:p>
                </p:txBody>
              </p:sp>
              <p:sp>
                <p:nvSpPr>
                  <p:cNvPr id="145" name="Line 66">
                    <a:extLst>
                      <a:ext uri="{FF2B5EF4-FFF2-40B4-BE49-F238E27FC236}">
                        <a16:creationId xmlns:a16="http://schemas.microsoft.com/office/drawing/2014/main" id="{206BA07F-65F8-14C2-B668-C4007B7EB7A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159" y="23"/>
                    <a:ext cx="1" cy="82"/>
                  </a:xfrm>
                  <a:prstGeom prst="line">
                    <a:avLst/>
                  </a:prstGeom>
                  <a:noFill/>
                  <a:ln w="12700" cap="flat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lIns="0" tIns="0" rIns="0" bIns="0"/>
                  <a:lstStyle/>
                  <a:p>
                    <a:endParaRPr lang="en-IL"/>
                  </a:p>
                </p:txBody>
              </p:sp>
              <p:sp>
                <p:nvSpPr>
                  <p:cNvPr id="146" name="Freeform 67">
                    <a:extLst>
                      <a:ext uri="{FF2B5EF4-FFF2-40B4-BE49-F238E27FC236}">
                        <a16:creationId xmlns:a16="http://schemas.microsoft.com/office/drawing/2014/main" id="{9063368C-0739-235F-6C53-6CFFF633260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0" y="14"/>
                    <a:ext cx="178" cy="118"/>
                  </a:xfrm>
                  <a:custGeom>
                    <a:avLst/>
                    <a:gdLst>
                      <a:gd name="T0" fmla="*/ 785 w 21600"/>
                      <a:gd name="T1" fmla="*/ 0 h 21600"/>
                      <a:gd name="T2" fmla="*/ 21600 w 21600"/>
                      <a:gd name="T3" fmla="*/ 0 h 21600"/>
                      <a:gd name="T4" fmla="*/ 20684 w 21600"/>
                      <a:gd name="T5" fmla="*/ 21600 h 21600"/>
                      <a:gd name="T6" fmla="*/ 0 w 21600"/>
                      <a:gd name="T7" fmla="*/ 19586 h 21600"/>
                      <a:gd name="T8" fmla="*/ 785 w 21600"/>
                      <a:gd name="T9" fmla="*/ 0 h 2160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1600" h="21600">
                        <a:moveTo>
                          <a:pt x="785" y="0"/>
                        </a:moveTo>
                        <a:lnTo>
                          <a:pt x="21600" y="0"/>
                        </a:lnTo>
                        <a:lnTo>
                          <a:pt x="20684" y="21600"/>
                        </a:lnTo>
                        <a:lnTo>
                          <a:pt x="0" y="19586"/>
                        </a:lnTo>
                        <a:lnTo>
                          <a:pt x="785" y="0"/>
                        </a:lnTo>
                      </a:path>
                    </a:pathLst>
                  </a:custGeom>
                  <a:gradFill rotWithShape="0">
                    <a:gsLst>
                      <a:gs pos="0">
                        <a:srgbClr val="1D2B4B"/>
                      </a:gs>
                      <a:gs pos="50000">
                        <a:srgbClr val="618FFD"/>
                      </a:gs>
                      <a:gs pos="100000">
                        <a:srgbClr val="1D2B4B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 cap="rnd">
                        <a:solidFill>
                          <a:srgbClr val="000000"/>
                        </a:solidFill>
                        <a:round/>
                        <a:headEnd type="none" w="med" len="med"/>
                        <a:tailEnd type="none" w="med" len="med"/>
                      </a14:hiddenLine>
                    </a:ext>
                  </a:extLst>
                </p:spPr>
                <p:txBody>
                  <a:bodyPr lIns="0" tIns="0" rIns="0" bIns="0"/>
                  <a:lstStyle/>
                  <a:p>
                    <a:endParaRPr lang="en-IL"/>
                  </a:p>
                </p:txBody>
              </p:sp>
              <p:sp>
                <p:nvSpPr>
                  <p:cNvPr id="147" name="Oval 68">
                    <a:extLst>
                      <a:ext uri="{FF2B5EF4-FFF2-40B4-BE49-F238E27FC236}">
                        <a16:creationId xmlns:a16="http://schemas.microsoft.com/office/drawing/2014/main" id="{163C88F2-301D-7716-F69F-D81D46DCF06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3" y="0"/>
                    <a:ext cx="145" cy="32"/>
                  </a:xfrm>
                  <a:prstGeom prst="ellipse">
                    <a:avLst/>
                  </a:prstGeom>
                  <a:solidFill>
                    <a:srgbClr val="FFFF00"/>
                  </a:solidFill>
                  <a:ln w="12700" cap="flat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lIns="0" tIns="0" rIns="0" bIns="0"/>
                  <a:lstStyle/>
                  <a:p>
                    <a:endParaRPr lang="en-IL"/>
                  </a:p>
                </p:txBody>
              </p:sp>
            </p:grpSp>
            <p:sp>
              <p:nvSpPr>
                <p:cNvPr id="142" name="Oval 70">
                  <a:extLst>
                    <a:ext uri="{FF2B5EF4-FFF2-40B4-BE49-F238E27FC236}">
                      <a16:creationId xmlns:a16="http://schemas.microsoft.com/office/drawing/2014/main" id="{0CF07254-1EE1-DE2F-9BA6-86BC022302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1" y="4"/>
                  <a:ext cx="238" cy="173"/>
                </a:xfrm>
                <a:prstGeom prst="ellipse">
                  <a:avLst/>
                </a:prstGeom>
                <a:gradFill rotWithShape="0">
                  <a:gsLst>
                    <a:gs pos="0">
                      <a:srgbClr val="FFFFFF"/>
                    </a:gs>
                    <a:gs pos="100000">
                      <a:srgbClr val="FAFD00"/>
                    </a:gs>
                  </a:gsLst>
                  <a:path path="rect">
                    <a:fillToRect l="50000" t="50000" r="50000" b="50000"/>
                  </a:path>
                </a:gradFill>
                <a:ln w="12700" cap="flat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lIns="0" tIns="0" rIns="0" bIns="0"/>
                <a:lstStyle/>
                <a:p>
                  <a:endParaRPr lang="en-IL"/>
                </a:p>
              </p:txBody>
            </p:sp>
          </p:grpSp>
        </p:grpSp>
        <p:sp>
          <p:nvSpPr>
            <p:cNvPr id="137" name="Freeform 73">
              <a:extLst>
                <a:ext uri="{FF2B5EF4-FFF2-40B4-BE49-F238E27FC236}">
                  <a16:creationId xmlns:a16="http://schemas.microsoft.com/office/drawing/2014/main" id="{8C99ABDA-8935-C51B-9342-3ABEF6D25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" y="571"/>
              <a:ext cx="601" cy="76"/>
            </a:xfrm>
            <a:custGeom>
              <a:avLst/>
              <a:gdLst>
                <a:gd name="T0" fmla="*/ 21015 w 21600"/>
                <a:gd name="T1" fmla="*/ 0 h 21600"/>
                <a:gd name="T2" fmla="*/ 20196 w 21600"/>
                <a:gd name="T3" fmla="*/ 1989 h 21600"/>
                <a:gd name="T4" fmla="*/ 19417 w 21600"/>
                <a:gd name="T5" fmla="*/ 4263 h 21600"/>
                <a:gd name="T6" fmla="*/ 18559 w 21600"/>
                <a:gd name="T7" fmla="*/ 5400 h 21600"/>
                <a:gd name="T8" fmla="*/ 17740 w 21600"/>
                <a:gd name="T9" fmla="*/ 7674 h 21600"/>
                <a:gd name="T10" fmla="*/ 16921 w 21600"/>
                <a:gd name="T11" fmla="*/ 7674 h 21600"/>
                <a:gd name="T12" fmla="*/ 15011 w 21600"/>
                <a:gd name="T13" fmla="*/ 9947 h 21600"/>
                <a:gd name="T14" fmla="*/ 13646 w 21600"/>
                <a:gd name="T15" fmla="*/ 9947 h 21600"/>
                <a:gd name="T16" fmla="*/ 12555 w 21600"/>
                <a:gd name="T17" fmla="*/ 11368 h 21600"/>
                <a:gd name="T18" fmla="*/ 11463 w 21600"/>
                <a:gd name="T19" fmla="*/ 11368 h 21600"/>
                <a:gd name="T20" fmla="*/ 10644 w 21600"/>
                <a:gd name="T21" fmla="*/ 11368 h 21600"/>
                <a:gd name="T22" fmla="*/ 9786 w 21600"/>
                <a:gd name="T23" fmla="*/ 11368 h 21600"/>
                <a:gd name="T24" fmla="*/ 9006 w 21600"/>
                <a:gd name="T25" fmla="*/ 11368 h 21600"/>
                <a:gd name="T26" fmla="*/ 7915 w 21600"/>
                <a:gd name="T27" fmla="*/ 11368 h 21600"/>
                <a:gd name="T28" fmla="*/ 7057 w 21600"/>
                <a:gd name="T29" fmla="*/ 11368 h 21600"/>
                <a:gd name="T30" fmla="*/ 6277 w 21600"/>
                <a:gd name="T31" fmla="*/ 11368 h 21600"/>
                <a:gd name="T32" fmla="*/ 5458 w 21600"/>
                <a:gd name="T33" fmla="*/ 11368 h 21600"/>
                <a:gd name="T34" fmla="*/ 4640 w 21600"/>
                <a:gd name="T35" fmla="*/ 11368 h 21600"/>
                <a:gd name="T36" fmla="*/ 3782 w 21600"/>
                <a:gd name="T37" fmla="*/ 11368 h 21600"/>
                <a:gd name="T38" fmla="*/ 3002 w 21600"/>
                <a:gd name="T39" fmla="*/ 11368 h 21600"/>
                <a:gd name="T40" fmla="*/ 2144 w 21600"/>
                <a:gd name="T41" fmla="*/ 12505 h 21600"/>
                <a:gd name="T42" fmla="*/ 1365 w 21600"/>
                <a:gd name="T43" fmla="*/ 13642 h 21600"/>
                <a:gd name="T44" fmla="*/ 546 w 21600"/>
                <a:gd name="T45" fmla="*/ 13642 h 21600"/>
                <a:gd name="T46" fmla="*/ 0 w 21600"/>
                <a:gd name="T47" fmla="*/ 17053 h 21600"/>
                <a:gd name="T48" fmla="*/ 780 w 21600"/>
                <a:gd name="T49" fmla="*/ 17905 h 21600"/>
                <a:gd name="T50" fmla="*/ 1599 w 21600"/>
                <a:gd name="T51" fmla="*/ 17905 h 21600"/>
                <a:gd name="T52" fmla="*/ 2417 w 21600"/>
                <a:gd name="T53" fmla="*/ 19326 h 21600"/>
                <a:gd name="T54" fmla="*/ 3236 w 21600"/>
                <a:gd name="T55" fmla="*/ 19326 h 21600"/>
                <a:gd name="T56" fmla="*/ 4094 w 21600"/>
                <a:gd name="T57" fmla="*/ 19326 h 21600"/>
                <a:gd name="T58" fmla="*/ 4874 w 21600"/>
                <a:gd name="T59" fmla="*/ 19326 h 21600"/>
                <a:gd name="T60" fmla="*/ 5692 w 21600"/>
                <a:gd name="T61" fmla="*/ 20463 h 21600"/>
                <a:gd name="T62" fmla="*/ 6511 w 21600"/>
                <a:gd name="T63" fmla="*/ 20463 h 21600"/>
                <a:gd name="T64" fmla="*/ 7369 w 21600"/>
                <a:gd name="T65" fmla="*/ 21600 h 21600"/>
                <a:gd name="T66" fmla="*/ 8188 w 21600"/>
                <a:gd name="T67" fmla="*/ 21600 h 21600"/>
                <a:gd name="T68" fmla="*/ 9006 w 21600"/>
                <a:gd name="T69" fmla="*/ 21600 h 21600"/>
                <a:gd name="T70" fmla="*/ 9786 w 21600"/>
                <a:gd name="T71" fmla="*/ 21600 h 21600"/>
                <a:gd name="T72" fmla="*/ 10644 w 21600"/>
                <a:gd name="T73" fmla="*/ 21600 h 21600"/>
                <a:gd name="T74" fmla="*/ 11463 w 21600"/>
                <a:gd name="T75" fmla="*/ 21600 h 21600"/>
                <a:gd name="T76" fmla="*/ 12282 w 21600"/>
                <a:gd name="T77" fmla="*/ 21600 h 21600"/>
                <a:gd name="T78" fmla="*/ 13100 w 21600"/>
                <a:gd name="T79" fmla="*/ 20463 h 21600"/>
                <a:gd name="T80" fmla="*/ 13919 w 21600"/>
                <a:gd name="T81" fmla="*/ 20463 h 21600"/>
                <a:gd name="T82" fmla="*/ 14738 w 21600"/>
                <a:gd name="T83" fmla="*/ 19326 h 21600"/>
                <a:gd name="T84" fmla="*/ 15557 w 21600"/>
                <a:gd name="T85" fmla="*/ 17905 h 21600"/>
                <a:gd name="T86" fmla="*/ 16687 w 21600"/>
                <a:gd name="T87" fmla="*/ 17053 h 21600"/>
                <a:gd name="T88" fmla="*/ 17467 w 21600"/>
                <a:gd name="T89" fmla="*/ 15916 h 21600"/>
                <a:gd name="T90" fmla="*/ 18325 w 21600"/>
                <a:gd name="T91" fmla="*/ 14495 h 21600"/>
                <a:gd name="T92" fmla="*/ 19105 w 21600"/>
                <a:gd name="T93" fmla="*/ 13642 h 21600"/>
                <a:gd name="T94" fmla="*/ 19923 w 21600"/>
                <a:gd name="T95" fmla="*/ 12505 h 21600"/>
                <a:gd name="T96" fmla="*/ 20781 w 21600"/>
                <a:gd name="T97" fmla="*/ 9947 h 21600"/>
                <a:gd name="T98" fmla="*/ 21600 w 21600"/>
                <a:gd name="T99" fmla="*/ 6821 h 21600"/>
                <a:gd name="T100" fmla="*/ 21600 w 21600"/>
                <a:gd name="T101" fmla="*/ 3411 h 21600"/>
                <a:gd name="T102" fmla="*/ 21015 w 21600"/>
                <a:gd name="T103" fmla="*/ 0 h 21600"/>
                <a:gd name="T104" fmla="*/ 21015 w 21600"/>
                <a:gd name="T105" fmla="*/ 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1600" h="21600">
                  <a:moveTo>
                    <a:pt x="21015" y="0"/>
                  </a:moveTo>
                  <a:lnTo>
                    <a:pt x="20196" y="1989"/>
                  </a:lnTo>
                  <a:lnTo>
                    <a:pt x="19417" y="4263"/>
                  </a:lnTo>
                  <a:lnTo>
                    <a:pt x="18559" y="5400"/>
                  </a:lnTo>
                  <a:lnTo>
                    <a:pt x="17740" y="7674"/>
                  </a:lnTo>
                  <a:lnTo>
                    <a:pt x="16921" y="7674"/>
                  </a:lnTo>
                  <a:lnTo>
                    <a:pt x="15011" y="9947"/>
                  </a:lnTo>
                  <a:lnTo>
                    <a:pt x="13646" y="9947"/>
                  </a:lnTo>
                  <a:lnTo>
                    <a:pt x="12555" y="11368"/>
                  </a:lnTo>
                  <a:lnTo>
                    <a:pt x="11463" y="11368"/>
                  </a:lnTo>
                  <a:lnTo>
                    <a:pt x="10644" y="11368"/>
                  </a:lnTo>
                  <a:lnTo>
                    <a:pt x="9786" y="11368"/>
                  </a:lnTo>
                  <a:lnTo>
                    <a:pt x="9006" y="11368"/>
                  </a:lnTo>
                  <a:lnTo>
                    <a:pt x="7915" y="11368"/>
                  </a:lnTo>
                  <a:lnTo>
                    <a:pt x="7057" y="11368"/>
                  </a:lnTo>
                  <a:lnTo>
                    <a:pt x="6277" y="11368"/>
                  </a:lnTo>
                  <a:lnTo>
                    <a:pt x="5458" y="11368"/>
                  </a:lnTo>
                  <a:lnTo>
                    <a:pt x="4640" y="11368"/>
                  </a:lnTo>
                  <a:lnTo>
                    <a:pt x="3782" y="11368"/>
                  </a:lnTo>
                  <a:lnTo>
                    <a:pt x="3002" y="11368"/>
                  </a:lnTo>
                  <a:lnTo>
                    <a:pt x="2144" y="12505"/>
                  </a:lnTo>
                  <a:lnTo>
                    <a:pt x="1365" y="13642"/>
                  </a:lnTo>
                  <a:lnTo>
                    <a:pt x="546" y="13642"/>
                  </a:lnTo>
                  <a:lnTo>
                    <a:pt x="0" y="17053"/>
                  </a:lnTo>
                  <a:lnTo>
                    <a:pt x="780" y="17905"/>
                  </a:lnTo>
                  <a:lnTo>
                    <a:pt x="1599" y="17905"/>
                  </a:lnTo>
                  <a:lnTo>
                    <a:pt x="2417" y="19326"/>
                  </a:lnTo>
                  <a:lnTo>
                    <a:pt x="3236" y="19326"/>
                  </a:lnTo>
                  <a:lnTo>
                    <a:pt x="4094" y="19326"/>
                  </a:lnTo>
                  <a:lnTo>
                    <a:pt x="4874" y="19326"/>
                  </a:lnTo>
                  <a:lnTo>
                    <a:pt x="5692" y="20463"/>
                  </a:lnTo>
                  <a:lnTo>
                    <a:pt x="6511" y="20463"/>
                  </a:lnTo>
                  <a:lnTo>
                    <a:pt x="7369" y="21600"/>
                  </a:lnTo>
                  <a:lnTo>
                    <a:pt x="8188" y="21600"/>
                  </a:lnTo>
                  <a:lnTo>
                    <a:pt x="9006" y="21600"/>
                  </a:lnTo>
                  <a:lnTo>
                    <a:pt x="9786" y="21600"/>
                  </a:lnTo>
                  <a:lnTo>
                    <a:pt x="10644" y="21600"/>
                  </a:lnTo>
                  <a:lnTo>
                    <a:pt x="11463" y="21600"/>
                  </a:lnTo>
                  <a:lnTo>
                    <a:pt x="12282" y="21600"/>
                  </a:lnTo>
                  <a:lnTo>
                    <a:pt x="13100" y="20463"/>
                  </a:lnTo>
                  <a:lnTo>
                    <a:pt x="13919" y="20463"/>
                  </a:lnTo>
                  <a:lnTo>
                    <a:pt x="14738" y="19326"/>
                  </a:lnTo>
                  <a:lnTo>
                    <a:pt x="15557" y="17905"/>
                  </a:lnTo>
                  <a:lnTo>
                    <a:pt x="16687" y="17053"/>
                  </a:lnTo>
                  <a:lnTo>
                    <a:pt x="17467" y="15916"/>
                  </a:lnTo>
                  <a:lnTo>
                    <a:pt x="18325" y="14495"/>
                  </a:lnTo>
                  <a:lnTo>
                    <a:pt x="19105" y="13642"/>
                  </a:lnTo>
                  <a:lnTo>
                    <a:pt x="19923" y="12505"/>
                  </a:lnTo>
                  <a:lnTo>
                    <a:pt x="20781" y="9947"/>
                  </a:lnTo>
                  <a:lnTo>
                    <a:pt x="21600" y="6821"/>
                  </a:lnTo>
                  <a:lnTo>
                    <a:pt x="21600" y="3411"/>
                  </a:lnTo>
                  <a:lnTo>
                    <a:pt x="21015" y="0"/>
                  </a:lnTo>
                </a:path>
              </a:pathLst>
            </a:custGeom>
            <a:gradFill rotWithShape="0">
              <a:gsLst>
                <a:gs pos="0">
                  <a:srgbClr val="FFFFFF"/>
                </a:gs>
                <a:gs pos="100000">
                  <a:srgbClr val="FF5008"/>
                </a:gs>
              </a:gsLst>
              <a:path path="rect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rnd">
                  <a:solidFill>
                    <a:srgbClr val="000000"/>
                  </a:solidFill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lIns="0" tIns="0" rIns="0" bIns="0"/>
            <a:lstStyle/>
            <a:p>
              <a:endParaRPr lang="en-IL"/>
            </a:p>
          </p:txBody>
        </p:sp>
      </p:grpSp>
      <p:sp>
        <p:nvSpPr>
          <p:cNvPr id="204" name="Rectangle 75">
            <a:extLst>
              <a:ext uri="{FF2B5EF4-FFF2-40B4-BE49-F238E27FC236}">
                <a16:creationId xmlns:a16="http://schemas.microsoft.com/office/drawing/2014/main" id="{620A05D0-BC21-FDB8-847A-6257D6B90217}"/>
              </a:ext>
            </a:extLst>
          </p:cNvPr>
          <p:cNvSpPr>
            <a:spLocks/>
          </p:cNvSpPr>
          <p:nvPr/>
        </p:nvSpPr>
        <p:spPr bwMode="auto">
          <a:xfrm>
            <a:off x="2039895" y="3575218"/>
            <a:ext cx="2413000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1275" bIns="0"/>
          <a:lstStyle>
            <a:lvl1pPr marL="412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IL" sz="32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Databases</a:t>
            </a:r>
          </a:p>
        </p:txBody>
      </p:sp>
      <p:sp>
        <p:nvSpPr>
          <p:cNvPr id="205" name="Rectangle 76">
            <a:extLst>
              <a:ext uri="{FF2B5EF4-FFF2-40B4-BE49-F238E27FC236}">
                <a16:creationId xmlns:a16="http://schemas.microsoft.com/office/drawing/2014/main" id="{F424E312-1562-14F1-860B-0BA807FBCFC1}"/>
              </a:ext>
            </a:extLst>
          </p:cNvPr>
          <p:cNvSpPr>
            <a:spLocks/>
          </p:cNvSpPr>
          <p:nvPr/>
        </p:nvSpPr>
        <p:spPr bwMode="auto">
          <a:xfrm>
            <a:off x="2122445" y="4184818"/>
            <a:ext cx="3225800" cy="812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1275" bIns="0"/>
          <a:lstStyle>
            <a:lvl1pPr marL="412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IL" sz="20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Store, access, search, update data (deduction)</a:t>
            </a:r>
          </a:p>
        </p:txBody>
      </p:sp>
      <p:sp>
        <p:nvSpPr>
          <p:cNvPr id="206" name="Rectangle 77">
            <a:extLst>
              <a:ext uri="{FF2B5EF4-FFF2-40B4-BE49-F238E27FC236}">
                <a16:creationId xmlns:a16="http://schemas.microsoft.com/office/drawing/2014/main" id="{0FD24851-3F1C-37AF-6C9B-70C104486CBC}"/>
              </a:ext>
            </a:extLst>
          </p:cNvPr>
          <p:cNvSpPr>
            <a:spLocks/>
          </p:cNvSpPr>
          <p:nvPr/>
        </p:nvSpPr>
        <p:spPr bwMode="auto">
          <a:xfrm>
            <a:off x="4845008" y="1517818"/>
            <a:ext cx="2463800" cy="66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1275" bIns="0"/>
          <a:lstStyle>
            <a:lvl1pPr marL="412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ts val="2200"/>
              </a:spcBef>
            </a:pPr>
            <a:r>
              <a:rPr lang="en-US" altLang="en-IL" sz="32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Statistics</a:t>
            </a:r>
          </a:p>
        </p:txBody>
      </p:sp>
      <p:sp>
        <p:nvSpPr>
          <p:cNvPr id="207" name="Rectangle 78">
            <a:extLst>
              <a:ext uri="{FF2B5EF4-FFF2-40B4-BE49-F238E27FC236}">
                <a16:creationId xmlns:a16="http://schemas.microsoft.com/office/drawing/2014/main" id="{67CDAD7F-772F-1D1C-DE2F-F41E4E09582D}"/>
              </a:ext>
            </a:extLst>
          </p:cNvPr>
          <p:cNvSpPr>
            <a:spLocks/>
          </p:cNvSpPr>
          <p:nvPr/>
        </p:nvSpPr>
        <p:spPr bwMode="auto">
          <a:xfrm>
            <a:off x="7238958" y="1898818"/>
            <a:ext cx="34798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1275" bIns="0"/>
          <a:lstStyle>
            <a:lvl1pPr marL="412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IL" sz="20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Infer info from data </a:t>
            </a:r>
          </a:p>
          <a:p>
            <a:r>
              <a:rPr lang="en-US" altLang="en-IL" sz="20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(deduction &amp; induction, mainly numeric data) </a:t>
            </a:r>
          </a:p>
        </p:txBody>
      </p:sp>
      <p:sp>
        <p:nvSpPr>
          <p:cNvPr id="208" name="Rectangle 79">
            <a:extLst>
              <a:ext uri="{FF2B5EF4-FFF2-40B4-BE49-F238E27FC236}">
                <a16:creationId xmlns:a16="http://schemas.microsoft.com/office/drawing/2014/main" id="{1882E8FC-B2F4-17EF-6443-42E2488A5D93}"/>
              </a:ext>
            </a:extLst>
          </p:cNvPr>
          <p:cNvSpPr>
            <a:spLocks/>
          </p:cNvSpPr>
          <p:nvPr/>
        </p:nvSpPr>
        <p:spPr bwMode="auto">
          <a:xfrm>
            <a:off x="6743658" y="3803818"/>
            <a:ext cx="306654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41275" bIns="0">
            <a:spAutoFit/>
          </a:bodyPr>
          <a:lstStyle>
            <a:lvl1pPr marL="412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IL" sz="32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Machine Learning</a:t>
            </a:r>
          </a:p>
        </p:txBody>
      </p:sp>
      <p:sp>
        <p:nvSpPr>
          <p:cNvPr id="209" name="Line 80">
            <a:extLst>
              <a:ext uri="{FF2B5EF4-FFF2-40B4-BE49-F238E27FC236}">
                <a16:creationId xmlns:a16="http://schemas.microsoft.com/office/drawing/2014/main" id="{8706518D-4486-A04D-C8B3-F382F311095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602120" y="2046456"/>
            <a:ext cx="1638300" cy="1798637"/>
          </a:xfrm>
          <a:prstGeom prst="line">
            <a:avLst/>
          </a:prstGeom>
          <a:noFill/>
          <a:ln w="25400" cap="flat">
            <a:solidFill>
              <a:srgbClr val="CCCC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L"/>
          </a:p>
        </p:txBody>
      </p:sp>
      <p:sp>
        <p:nvSpPr>
          <p:cNvPr id="210" name="Line 81">
            <a:extLst>
              <a:ext uri="{FF2B5EF4-FFF2-40B4-BE49-F238E27FC236}">
                <a16:creationId xmlns:a16="http://schemas.microsoft.com/office/drawing/2014/main" id="{77132511-2E55-AB75-48AB-AAB67E0BC687}"/>
              </a:ext>
            </a:extLst>
          </p:cNvPr>
          <p:cNvSpPr>
            <a:spLocks noChangeShapeType="1"/>
          </p:cNvSpPr>
          <p:nvPr/>
        </p:nvSpPr>
        <p:spPr bwMode="auto">
          <a:xfrm rot="10800000" flipH="1">
            <a:off x="4589420" y="3808581"/>
            <a:ext cx="3392488" cy="12700"/>
          </a:xfrm>
          <a:prstGeom prst="line">
            <a:avLst/>
          </a:prstGeom>
          <a:noFill/>
          <a:ln w="25400" cap="flat">
            <a:solidFill>
              <a:srgbClr val="CCCC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L"/>
          </a:p>
        </p:txBody>
      </p:sp>
      <p:sp>
        <p:nvSpPr>
          <p:cNvPr id="211" name="Line 82">
            <a:extLst>
              <a:ext uri="{FF2B5EF4-FFF2-40B4-BE49-F238E27FC236}">
                <a16:creationId xmlns:a16="http://schemas.microsoft.com/office/drawing/2014/main" id="{81E0C85E-02C5-90A8-FF35-9C74539CD705}"/>
              </a:ext>
            </a:extLst>
          </p:cNvPr>
          <p:cNvSpPr>
            <a:spLocks noChangeShapeType="1"/>
          </p:cNvSpPr>
          <p:nvPr/>
        </p:nvSpPr>
        <p:spPr bwMode="auto">
          <a:xfrm>
            <a:off x="6251533" y="2057568"/>
            <a:ext cx="1728787" cy="1785938"/>
          </a:xfrm>
          <a:prstGeom prst="line">
            <a:avLst/>
          </a:prstGeom>
          <a:noFill/>
          <a:ln w="25400" cap="flat">
            <a:solidFill>
              <a:srgbClr val="CCCC00"/>
            </a:solidFill>
            <a:prstDash val="solid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/>
          <a:lstStyle/>
          <a:p>
            <a:endParaRPr lang="en-IL"/>
          </a:p>
        </p:txBody>
      </p:sp>
      <p:sp>
        <p:nvSpPr>
          <p:cNvPr id="212" name="Rectangle 83">
            <a:extLst>
              <a:ext uri="{FF2B5EF4-FFF2-40B4-BE49-F238E27FC236}">
                <a16:creationId xmlns:a16="http://schemas.microsoft.com/office/drawing/2014/main" id="{D65AC4B3-013E-1526-EFDD-F77619D130DB}"/>
              </a:ext>
            </a:extLst>
          </p:cNvPr>
          <p:cNvSpPr>
            <a:spLocks/>
          </p:cNvSpPr>
          <p:nvPr/>
        </p:nvSpPr>
        <p:spPr bwMode="auto">
          <a:xfrm>
            <a:off x="5751470" y="4413418"/>
            <a:ext cx="4800600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lIns="0" tIns="0" rIns="41275" bIns="0"/>
          <a:lstStyle>
            <a:lvl1pPr marL="41275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r"/>
            <a:r>
              <a:rPr lang="en-US" altLang="en-IL" sz="20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Computer algorithms that improve automatically through experience (mainly induction, symbolic data)</a:t>
            </a:r>
          </a:p>
        </p:txBody>
      </p:sp>
      <p:sp>
        <p:nvSpPr>
          <p:cNvPr id="213" name="Rectangle 84">
            <a:extLst>
              <a:ext uri="{FF2B5EF4-FFF2-40B4-BE49-F238E27FC236}">
                <a16:creationId xmlns:a16="http://schemas.microsoft.com/office/drawing/2014/main" id="{24994C14-E6E9-49C0-DA77-BF636E32EBDF}"/>
              </a:ext>
            </a:extLst>
          </p:cNvPr>
          <p:cNvSpPr>
            <a:spLocks/>
          </p:cNvSpPr>
          <p:nvPr/>
        </p:nvSpPr>
        <p:spPr bwMode="auto">
          <a:xfrm>
            <a:off x="5753058" y="2889418"/>
            <a:ext cx="528670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IL" sz="2000">
                <a:latin typeface="+mn-lt"/>
                <a:ea typeface="Arial Bold" charset="0"/>
                <a:cs typeface="Arial Bold" charset="0"/>
                <a:sym typeface="Arial Bold" charset="0"/>
              </a:rPr>
              <a:t>KDD</a:t>
            </a:r>
          </a:p>
        </p:txBody>
      </p:sp>
      <p:sp>
        <p:nvSpPr>
          <p:cNvPr id="214" name="Rectangle 85">
            <a:extLst>
              <a:ext uri="{FF2B5EF4-FFF2-40B4-BE49-F238E27FC236}">
                <a16:creationId xmlns:a16="http://schemas.microsoft.com/office/drawing/2014/main" id="{F369DADE-242F-055D-AFFD-58A68696A798}"/>
              </a:ext>
            </a:extLst>
          </p:cNvPr>
          <p:cNvSpPr>
            <a:spLocks/>
          </p:cNvSpPr>
          <p:nvPr/>
        </p:nvSpPr>
        <p:spPr bwMode="auto">
          <a:xfrm>
            <a:off x="2039895" y="1898818"/>
            <a:ext cx="2001252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IL" sz="20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[data warehouses:</a:t>
            </a:r>
          </a:p>
          <a:p>
            <a:r>
              <a:rPr lang="en-US" altLang="en-IL" sz="20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integrated data]</a:t>
            </a:r>
          </a:p>
        </p:txBody>
      </p:sp>
      <p:sp>
        <p:nvSpPr>
          <p:cNvPr id="215" name="Rectangle 86">
            <a:extLst>
              <a:ext uri="{FF2B5EF4-FFF2-40B4-BE49-F238E27FC236}">
                <a16:creationId xmlns:a16="http://schemas.microsoft.com/office/drawing/2014/main" id="{8F72BAE4-4708-6E87-4C9D-343C15188628}"/>
              </a:ext>
            </a:extLst>
          </p:cNvPr>
          <p:cNvSpPr>
            <a:spLocks/>
          </p:cNvSpPr>
          <p:nvPr/>
        </p:nvSpPr>
        <p:spPr bwMode="auto">
          <a:xfrm>
            <a:off x="2039895" y="2737018"/>
            <a:ext cx="2343141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>
                <a:solidFill>
                  <a:srgbClr val="000000"/>
                </a:solidFill>
                <a:miter lim="800000"/>
                <a:headEnd type="none" w="med" len="med"/>
                <a:tailEnd type="none" w="med" len="med"/>
              </a14:hiddenLine>
            </a:ext>
          </a:extLst>
        </p:spPr>
        <p:txBody>
          <a:bodyPr wrap="none" lIns="0" tIns="0" rIns="40639" bIns="0">
            <a:spAutoFit/>
          </a:bodyPr>
          <a:lstStyle>
            <a:lvl1pPr marL="39688"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IL" sz="20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[OLAP: On-Line </a:t>
            </a:r>
          </a:p>
          <a:p>
            <a:r>
              <a:rPr lang="en-US" altLang="en-IL" sz="2000">
                <a:latin typeface="+mn-lt"/>
                <a:ea typeface="Comic Sans MS" panose="030F0902030302020204" pitchFamily="66" charset="0"/>
                <a:cs typeface="Comic Sans MS" panose="030F0902030302020204" pitchFamily="66" charset="0"/>
                <a:sym typeface="Comic Sans MS" panose="030F0902030302020204" pitchFamily="66" charset="0"/>
              </a:rPr>
              <a:t>Analytical Processing]</a:t>
            </a:r>
          </a:p>
        </p:txBody>
      </p:sp>
    </p:spTree>
    <p:extLst>
      <p:ext uri="{BB962C8B-B14F-4D97-AF65-F5344CB8AC3E}">
        <p14:creationId xmlns:p14="http://schemas.microsoft.com/office/powerpoint/2010/main" val="30497304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1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2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3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4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5"/>
                            </p:stCondLst>
                            <p:childTnLst>
                              <p:par>
                                <p:cTn id="20" presetID="4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005"/>
                            </p:stCondLst>
                            <p:childTnLst>
                              <p:par>
                                <p:cTn id="24" presetID="4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6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505"/>
                            </p:stCondLst>
                            <p:childTnLst>
                              <p:par>
                                <p:cTn id="28" presetID="4" presetClass="entr" presetSubtype="32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0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7005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9505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6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507"/>
                            </p:stCondLst>
                            <p:childTnLst>
                              <p:par>
                                <p:cTn id="41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1008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Data Mining</a:t>
            </a:r>
          </a:p>
          <a:p>
            <a:pPr algn="ctr">
              <a:lnSpc>
                <a:spcPct val="150000"/>
              </a:lnSpc>
            </a:pP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6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A6E0697-0F81-9822-9711-B971688C07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66" y="1074648"/>
            <a:ext cx="7580734" cy="4183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7602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Data Mining</a:t>
            </a:r>
          </a:p>
          <a:p>
            <a:pPr algn="ctr">
              <a:lnSpc>
                <a:spcPct val="150000"/>
              </a:lnSpc>
            </a:pP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7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3BAAF80-C1F0-0C88-DA56-232EB33CA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206500"/>
            <a:ext cx="7772400" cy="444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4239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Applications</a:t>
            </a:r>
          </a:p>
          <a:p>
            <a:pPr algn="ctr">
              <a:lnSpc>
                <a:spcPct val="150000"/>
              </a:lnSpc>
            </a:pP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8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94F45D8-442E-A2E6-5105-E74688488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368" y="1163294"/>
            <a:ext cx="10524432" cy="3865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8843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Market Analysis</a:t>
            </a:r>
          </a:p>
          <a:p>
            <a:pPr algn="ctr">
              <a:lnSpc>
                <a:spcPct val="150000"/>
              </a:lnSpc>
            </a:pP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9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FB508F-60B7-100D-B3C0-56B696E7B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0" y="1092675"/>
            <a:ext cx="10597218" cy="480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5339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Market Analysis</a:t>
            </a:r>
          </a:p>
          <a:p>
            <a:pPr algn="ctr">
              <a:lnSpc>
                <a:spcPct val="150000"/>
              </a:lnSpc>
            </a:pP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10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AC2540-5442-218D-50B8-0BC2A1FBB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850" y="1040984"/>
            <a:ext cx="11005217" cy="4776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49705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Types of Data</a:t>
            </a:r>
          </a:p>
          <a:p>
            <a:pPr algn="ctr">
              <a:lnSpc>
                <a:spcPct val="150000"/>
              </a:lnSpc>
            </a:pP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11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EC2E6A-BEF5-FB4D-18CF-7F4A17F0C2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600" y="957783"/>
            <a:ext cx="8957733" cy="5217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013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Data Mining Models</a:t>
            </a:r>
          </a:p>
          <a:p>
            <a:pPr algn="ctr">
              <a:lnSpc>
                <a:spcPct val="150000"/>
              </a:lnSpc>
            </a:pP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12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FD1F90-A343-4AD3-C95C-A3A8664EF1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947" y="1431925"/>
            <a:ext cx="10088572" cy="3894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40714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Data Mining Models - Predictive</a:t>
            </a:r>
          </a:p>
          <a:p>
            <a:pPr algn="ctr">
              <a:lnSpc>
                <a:spcPct val="150000"/>
              </a:lnSpc>
            </a:pP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13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55FA81-7A24-22A9-80C5-CF5C31169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67" y="1084926"/>
            <a:ext cx="7772400" cy="3519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719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Data Mining Models - Predictive</a:t>
            </a:r>
          </a:p>
          <a:p>
            <a:pPr algn="ctr">
              <a:lnSpc>
                <a:spcPct val="150000"/>
              </a:lnSpc>
            </a:pP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14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E5FD743-277F-819B-6F2E-C87DBB340F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067" y="1087728"/>
            <a:ext cx="10058400" cy="4583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0117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Data Mining Models - Predictive</a:t>
            </a:r>
          </a:p>
          <a:p>
            <a:pPr algn="ctr">
              <a:lnSpc>
                <a:spcPct val="150000"/>
              </a:lnSpc>
            </a:pP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15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C3A0717-E033-3FCA-92C2-ED07BAA9CF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596" y="1221423"/>
            <a:ext cx="10365004" cy="4050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467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Data Mining Models – Bayesian Learning</a:t>
            </a:r>
          </a:p>
          <a:p>
            <a:pPr algn="ctr">
              <a:lnSpc>
                <a:spcPct val="150000"/>
              </a:lnSpc>
            </a:pP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16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5F51A0F-7DBF-B017-143B-8B85BF216A6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3548"/>
          <a:stretch/>
        </p:blipFill>
        <p:spPr>
          <a:xfrm>
            <a:off x="1070660" y="1053882"/>
            <a:ext cx="9868273" cy="4385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415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Data Mining Applications - Descriptive</a:t>
            </a:r>
          </a:p>
          <a:p>
            <a:pPr algn="ctr">
              <a:lnSpc>
                <a:spcPct val="150000"/>
              </a:lnSpc>
            </a:pP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17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D491E05-6479-A506-76D2-F719E20D3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1130837"/>
            <a:ext cx="9982200" cy="476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88708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Data Mining Applications – Collaborative Filtering</a:t>
            </a:r>
          </a:p>
          <a:p>
            <a:pPr algn="ctr">
              <a:lnSpc>
                <a:spcPct val="150000"/>
              </a:lnSpc>
            </a:pP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18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142430-3B64-56C1-53D8-FF002CFA7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573" y="1188293"/>
            <a:ext cx="10284227" cy="4382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640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endParaRPr lang="en-US" sz="3200" b="1" dirty="0"/>
          </a:p>
          <a:p>
            <a:pPr algn="ctr">
              <a:lnSpc>
                <a:spcPct val="150000"/>
              </a:lnSpc>
            </a:pPr>
            <a:endParaRPr lang="en-US" sz="3200" b="1" dirty="0"/>
          </a:p>
          <a:p>
            <a:pPr algn="ctr">
              <a:lnSpc>
                <a:spcPct val="150000"/>
              </a:lnSpc>
            </a:pPr>
            <a:endParaRPr lang="en-US" sz="3200" b="1" dirty="0"/>
          </a:p>
          <a:p>
            <a:pPr algn="ctr">
              <a:lnSpc>
                <a:spcPct val="150000"/>
              </a:lnSpc>
            </a:pPr>
            <a:r>
              <a:rPr lang="en-US" sz="3200" b="1" dirty="0"/>
              <a:t>Data Mining Techniques</a:t>
            </a:r>
          </a:p>
          <a:p>
            <a:pPr algn="ctr">
              <a:lnSpc>
                <a:spcPct val="150000"/>
              </a:lnSpc>
            </a:pP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19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480736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Hypothesis Testing</a:t>
            </a:r>
          </a:p>
          <a:p>
            <a:pPr algn="ctr">
              <a:lnSpc>
                <a:spcPct val="150000"/>
              </a:lnSpc>
            </a:pP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20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4F136F-7FA1-7273-CF4B-001D2008E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266" y="1075634"/>
            <a:ext cx="10261600" cy="447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06085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Similarity Measures</a:t>
            </a:r>
          </a:p>
          <a:p>
            <a:pPr algn="ctr">
              <a:lnSpc>
                <a:spcPct val="150000"/>
              </a:lnSpc>
            </a:pP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21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6F7F0C6-BDC1-44A6-5D58-4387CA0133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3303" y="1133894"/>
            <a:ext cx="10205526" cy="4225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3526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1924E95-B662-476B-8747-32147EFC68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7933" y="136525"/>
            <a:ext cx="11616266" cy="6485754"/>
          </a:xfrm>
        </p:spPr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/>
              <a:t>Similarity Measures</a:t>
            </a:r>
          </a:p>
          <a:p>
            <a:pPr algn="ctr">
              <a:lnSpc>
                <a:spcPct val="150000"/>
              </a:lnSpc>
            </a:pPr>
            <a:endParaRPr lang="en-US" sz="3200" b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6ACA64-1602-4D57-9A3D-3E1EFB449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D69B18-316A-457F-86C2-CFE4F951EE27}" type="slidenum">
              <a:rPr lang="en-IL" smtClean="0"/>
              <a:pPr/>
              <a:t>22</a:t>
            </a:fld>
            <a:endParaRPr lang="en-I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F2A5E-FADA-2843-B7A0-3CD8A067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Or Peretz</a:t>
            </a:r>
            <a:endParaRPr lang="en-I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AE7F6D-7188-57BB-D3D7-A06F97DA3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665" y="911157"/>
            <a:ext cx="9424669" cy="4812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9615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14926</TotalTime>
  <Words>368</Words>
  <Application>Microsoft Macintosh PowerPoint</Application>
  <PresentationFormat>Widescreen</PresentationFormat>
  <Paragraphs>126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Calibri Light</vt:lpstr>
      <vt:lpstr>Office Theme</vt:lpstr>
      <vt:lpstr>Business Intelligence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Groups</dc:title>
  <dc:creator>Lev</dc:creator>
  <cp:lastModifiedBy>or perets</cp:lastModifiedBy>
  <cp:revision>318</cp:revision>
  <dcterms:created xsi:type="dcterms:W3CDTF">2021-02-09T13:47:38Z</dcterms:created>
  <dcterms:modified xsi:type="dcterms:W3CDTF">2023-05-28T11:57:40Z</dcterms:modified>
</cp:coreProperties>
</file>