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555" r:id="rId3"/>
    <p:sldId id="560" r:id="rId4"/>
    <p:sldId id="556" r:id="rId5"/>
    <p:sldId id="561" r:id="rId6"/>
    <p:sldId id="393" r:id="rId7"/>
    <p:sldId id="394" r:id="rId8"/>
    <p:sldId id="395" r:id="rId9"/>
    <p:sldId id="562" r:id="rId10"/>
    <p:sldId id="396" r:id="rId11"/>
    <p:sldId id="397" r:id="rId12"/>
    <p:sldId id="269" r:id="rId13"/>
    <p:sldId id="373" r:id="rId14"/>
    <p:sldId id="577" r:id="rId15"/>
    <p:sldId id="374" r:id="rId16"/>
    <p:sldId id="375" r:id="rId17"/>
    <p:sldId id="569" r:id="rId18"/>
    <p:sldId id="563" r:id="rId19"/>
    <p:sldId id="564" r:id="rId20"/>
    <p:sldId id="565" r:id="rId21"/>
    <p:sldId id="566" r:id="rId22"/>
    <p:sldId id="567" r:id="rId23"/>
    <p:sldId id="285" r:id="rId24"/>
    <p:sldId id="579" r:id="rId25"/>
    <p:sldId id="535" r:id="rId2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 autoAdjust="0"/>
    <p:restoredTop sz="94609"/>
  </p:normalViewPr>
  <p:slideViewPr>
    <p:cSldViewPr snapToGrid="0">
      <p:cViewPr varScale="1">
        <p:scale>
          <a:sx n="151" d="100"/>
          <a:sy n="151" d="100"/>
        </p:scale>
        <p:origin x="1560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11/04/2022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3370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770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4417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3B3859B-4374-2149-A56F-37BAD66746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F014FC-7E6C-A141-89D0-DFABF5544E51}" type="slidenum">
              <a:rPr lang="en-US" altLang="en-IL"/>
              <a:pPr/>
              <a:t>23</a:t>
            </a:fld>
            <a:endParaRPr lang="en-US" altLang="en-IL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6627FBDB-B483-954D-80C4-085D51FD69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3B1499E7-BDB0-D84E-BA46-5AAD39FF7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3B3859B-4374-2149-A56F-37BAD66746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F014FC-7E6C-A141-89D0-DFABF5544E51}" type="slidenum">
              <a:rPr lang="en-US" altLang="en-IL"/>
              <a:pPr/>
              <a:t>24</a:t>
            </a:fld>
            <a:endParaRPr lang="en-US" altLang="en-IL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6627FBDB-B483-954D-80C4-085D51FD69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3B1499E7-BDB0-D84E-BA46-5AAD39FF7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IL"/>
          </a:p>
        </p:txBody>
      </p:sp>
    </p:spTree>
    <p:extLst>
      <p:ext uri="{BB962C8B-B14F-4D97-AF65-F5344CB8AC3E}">
        <p14:creationId xmlns:p14="http://schemas.microsoft.com/office/powerpoint/2010/main" val="208106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157C-9C36-0447-8046-5352E14D0F80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6E8B87-F9FD-464E-B534-DBC261D83ADB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E3E6-91E3-074B-992C-DFAD5D8203F1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60D7-63E2-8F4C-B61F-30E5198AD46D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54800-C55A-184D-A866-767457B6C650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541-BDF2-4645-8A4E-8E2D7EE21A60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1F0E-3E80-FE45-B8FD-1C1C83A92A89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BC4-6D1E-DE4B-8507-B318EEC4AD62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4522-6391-7F4B-8B88-660A337C3B79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7FFB-2FB8-ED4D-871F-3A525991ED9E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A56F-98C1-D743-A051-0A3D6E708A11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577B-B584-C148-A528-8A7C7B08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56603-C1F7-B847-A752-2D969E0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3BAAD-4C5B-0142-8B31-C51B923C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6EE06B-2825-054C-A367-C45C88636CA4}" type="datetime8">
              <a:rPr lang="en-US" altLang="zh-TW" smtClean="0"/>
              <a:t>4/11/22 10:19 AM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11425-B161-9A43-BDBD-6D0F9605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Or Peretz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C00CB-E8E6-8541-8975-53485EEC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3465A-320C-6546-80FA-2E273970276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949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C74C-E7D5-9845-AF76-D52732F67C64}" type="datetime8">
              <a:rPr lang="en-US" smtClean="0"/>
              <a:t>4/11/22 10:18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u="sng" dirty="0">
                <a:cs typeface="+mn-cs"/>
              </a:rPr>
              <a:t>Cloud Based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04973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Approximation and Randomization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Expectation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be a discrete random variable with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Linearity</a:t>
                </a:r>
                <a:r>
                  <a:rPr lang="en-US" sz="2400" dirty="0"/>
                  <a:t>:  </a:t>
                </a:r>
                <a:r>
                  <a:rPr lang="en-US" sz="2400" b="1" u="sng" dirty="0"/>
                  <a:t>ALWAYS</a:t>
                </a:r>
                <a:r>
                  <a:rPr lang="en-US" sz="2400" dirty="0"/>
                  <a:t>, no matter what are the relations between X and Y!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4491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Variance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be a discrete random variable with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Variance</a:t>
                </a:r>
                <a:r>
                  <a:rPr lang="en-US" sz="2400" b="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Independence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be random variables,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are independent if and only if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4015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Probability Tools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/>
                  <a:t>Union Bounds:</a:t>
                </a:r>
                <a:r>
                  <a:rPr lang="en-US" sz="2400" b="1" dirty="0"/>
                  <a:t> </a:t>
                </a: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events, then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/>
                  <a:t>Bernoulli’s inequality: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/>
                  <a:t>Sum of arithmetic series: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0913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E1F5B52-8640-5D40-85D8-656B50F1D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205582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Hash Tables / Functions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38BF253-A22C-A94A-A773-0FB18BDCA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0" y="723900"/>
            <a:ext cx="9990667" cy="5410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IL" sz="2400" b="1" dirty="0">
                <a:solidFill>
                  <a:srgbClr val="CC3300"/>
                </a:solidFill>
              </a:rPr>
              <a:t>Notation:</a:t>
            </a:r>
          </a:p>
          <a:p>
            <a:pPr lvl="1">
              <a:lnSpc>
                <a:spcPct val="150000"/>
              </a:lnSpc>
            </a:pPr>
            <a:r>
              <a:rPr lang="en-US" altLang="en-IL" i="1" dirty="0">
                <a:solidFill>
                  <a:schemeClr val="hlink"/>
                </a:solidFill>
              </a:rPr>
              <a:t>U</a:t>
            </a:r>
            <a:r>
              <a:rPr lang="en-US" altLang="en-IL" dirty="0"/>
              <a:t> – Universe of all possible keys.</a:t>
            </a:r>
          </a:p>
          <a:p>
            <a:pPr lvl="1">
              <a:lnSpc>
                <a:spcPct val="150000"/>
              </a:lnSpc>
            </a:pPr>
            <a:r>
              <a:rPr lang="en-US" altLang="en-IL" i="1" dirty="0">
                <a:solidFill>
                  <a:schemeClr val="hlink"/>
                </a:solidFill>
              </a:rPr>
              <a:t>K</a:t>
            </a:r>
            <a:r>
              <a:rPr lang="en-US" altLang="en-IL" dirty="0"/>
              <a:t> – Set of keys actually stored in the dictionary.</a:t>
            </a:r>
          </a:p>
          <a:p>
            <a:pPr lvl="1">
              <a:lnSpc>
                <a:spcPct val="150000"/>
              </a:lnSpc>
            </a:pPr>
            <a:r>
              <a:rPr lang="en-US" altLang="en-IL" dirty="0">
                <a:solidFill>
                  <a:schemeClr val="hlink"/>
                </a:solidFill>
              </a:rPr>
              <a:t>|</a:t>
            </a:r>
            <a:r>
              <a:rPr lang="en-US" altLang="en-IL" i="1" dirty="0">
                <a:solidFill>
                  <a:schemeClr val="hlink"/>
                </a:solidFill>
              </a:rPr>
              <a:t>K</a:t>
            </a:r>
            <a:r>
              <a:rPr lang="en-US" altLang="en-IL" dirty="0">
                <a:solidFill>
                  <a:schemeClr val="hlink"/>
                </a:solidFill>
              </a:rPr>
              <a:t>| = </a:t>
            </a:r>
            <a:r>
              <a:rPr lang="en-US" altLang="en-IL" i="1" dirty="0">
                <a:solidFill>
                  <a:schemeClr val="hlink"/>
                </a:solidFill>
              </a:rPr>
              <a:t>n</a:t>
            </a:r>
            <a:r>
              <a:rPr lang="en-US" altLang="en-IL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en-IL" sz="2400" dirty="0">
                <a:solidFill>
                  <a:srgbClr val="CC3300"/>
                </a:solidFill>
              </a:rPr>
              <a:t>When U is very large</a:t>
            </a:r>
            <a:r>
              <a:rPr lang="en-US" altLang="en-IL" sz="2400" dirty="0"/>
              <a:t>,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Arrays are not practical.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|</a:t>
            </a:r>
            <a:r>
              <a:rPr lang="en-US" altLang="en-IL" i="1" dirty="0"/>
              <a:t>K</a:t>
            </a:r>
            <a:r>
              <a:rPr lang="en-US" altLang="en-IL" dirty="0"/>
              <a:t>| &lt;&lt; |</a:t>
            </a:r>
            <a:r>
              <a:rPr lang="en-US" altLang="en-IL" i="1" dirty="0"/>
              <a:t>U</a:t>
            </a:r>
            <a:r>
              <a:rPr lang="en-US" altLang="en-IL" dirty="0"/>
              <a:t>|.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Use a table of size proportional to |</a:t>
            </a:r>
            <a:r>
              <a:rPr lang="en-US" altLang="en-IL" sz="2400" i="1" dirty="0"/>
              <a:t>K</a:t>
            </a:r>
            <a:r>
              <a:rPr lang="en-US" altLang="en-IL" sz="2400" dirty="0"/>
              <a:t>| – </a:t>
            </a:r>
            <a:r>
              <a:rPr lang="en-US" altLang="en-IL" sz="2400" dirty="0">
                <a:solidFill>
                  <a:srgbClr val="CC3300"/>
                </a:solidFill>
              </a:rPr>
              <a:t>The hash tables</a:t>
            </a:r>
            <a:r>
              <a:rPr lang="en-US" altLang="en-IL" sz="24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53C8B-6D4E-7647-A9E0-C5BF5EC7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35CC-51BA-304D-B6CD-A921B09C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94644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821E409-A845-9849-A883-3BF27985D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Hashing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C18DBAF-B4F5-3941-902D-9873D62DA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6433" y="1015999"/>
            <a:ext cx="9999133" cy="54186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>
                <a:solidFill>
                  <a:srgbClr val="CC3300"/>
                </a:solidFill>
              </a:rPr>
              <a:t>Hash function </a:t>
            </a:r>
            <a:r>
              <a:rPr lang="en-US" altLang="en-IL" sz="2400" i="1" dirty="0">
                <a:solidFill>
                  <a:srgbClr val="CC3300"/>
                </a:solidFill>
              </a:rPr>
              <a:t>h</a:t>
            </a:r>
            <a:r>
              <a:rPr lang="en-US" altLang="en-IL" sz="2400" dirty="0">
                <a:solidFill>
                  <a:srgbClr val="CC3300"/>
                </a:solidFill>
              </a:rPr>
              <a:t>:</a:t>
            </a:r>
            <a:r>
              <a:rPr lang="en-US" altLang="en-IL" sz="2400" dirty="0"/>
              <a:t> Mapping from </a:t>
            </a:r>
            <a:r>
              <a:rPr lang="en-US" altLang="en-IL" sz="2400" i="1" dirty="0"/>
              <a:t>U</a:t>
            </a:r>
            <a:r>
              <a:rPr lang="en-US" altLang="en-IL" sz="2400" dirty="0"/>
              <a:t> to the slots of a hash table </a:t>
            </a:r>
            <a:r>
              <a:rPr lang="en-US" altLang="en-IL" sz="2400" i="1" dirty="0"/>
              <a:t>T</a:t>
            </a:r>
            <a:r>
              <a:rPr lang="en-US" altLang="en-IL" sz="2400" dirty="0"/>
              <a:t>[0</a:t>
            </a:r>
            <a:r>
              <a:rPr lang="en-US" altLang="en-IL" sz="2400" i="1" dirty="0"/>
              <a:t>..m</a:t>
            </a:r>
            <a:r>
              <a:rPr lang="en-US" altLang="en-IL" sz="2400" dirty="0"/>
              <a:t>–1]</a:t>
            </a:r>
            <a:r>
              <a:rPr lang="en-US" altLang="en-IL" sz="2400" i="1" dirty="0"/>
              <a:t>.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IL" i="1" dirty="0"/>
              <a:t>            </a:t>
            </a:r>
            <a:r>
              <a:rPr lang="en-US" altLang="en-IL" i="1" dirty="0">
                <a:solidFill>
                  <a:schemeClr val="hlink"/>
                </a:solidFill>
              </a:rPr>
              <a:t>h</a:t>
            </a:r>
            <a:r>
              <a:rPr lang="en-US" altLang="en-IL" dirty="0">
                <a:solidFill>
                  <a:schemeClr val="hlink"/>
                </a:solidFill>
              </a:rPr>
              <a:t> : </a:t>
            </a:r>
            <a:r>
              <a:rPr lang="en-US" altLang="en-IL" i="1" dirty="0">
                <a:solidFill>
                  <a:schemeClr val="hlink"/>
                </a:solidFill>
              </a:rPr>
              <a:t>U</a:t>
            </a:r>
            <a:r>
              <a:rPr lang="en-US" altLang="en-IL" dirty="0">
                <a:solidFill>
                  <a:schemeClr val="hlink"/>
                </a:solidFill>
              </a:rPr>
              <a:t> </a:t>
            </a:r>
            <a:r>
              <a:rPr lang="en-US" altLang="en-IL" dirty="0">
                <a:solidFill>
                  <a:schemeClr val="hlink"/>
                </a:solidFill>
                <a:sym typeface="Symbol" pitchFamily="2" charset="2"/>
              </a:rPr>
              <a:t></a:t>
            </a:r>
            <a:r>
              <a:rPr lang="en-US" altLang="en-IL" dirty="0">
                <a:solidFill>
                  <a:schemeClr val="hlink"/>
                </a:solidFill>
              </a:rPr>
              <a:t> {0</a:t>
            </a:r>
            <a:r>
              <a:rPr lang="en-US" altLang="en-IL" i="1" dirty="0">
                <a:solidFill>
                  <a:schemeClr val="hlink"/>
                </a:solidFill>
              </a:rPr>
              <a:t>,</a:t>
            </a:r>
            <a:r>
              <a:rPr lang="en-US" altLang="en-IL" dirty="0">
                <a:solidFill>
                  <a:schemeClr val="hlink"/>
                </a:solidFill>
              </a:rPr>
              <a:t>1</a:t>
            </a:r>
            <a:r>
              <a:rPr lang="en-US" altLang="en-IL" i="1" dirty="0">
                <a:solidFill>
                  <a:schemeClr val="hlink"/>
                </a:solidFill>
              </a:rPr>
              <a:t>,…, m</a:t>
            </a:r>
            <a:r>
              <a:rPr lang="en-US" altLang="en-IL" dirty="0">
                <a:solidFill>
                  <a:schemeClr val="hlink"/>
                </a:solidFill>
              </a:rPr>
              <a:t>–1}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With arrays, key </a:t>
            </a:r>
            <a:r>
              <a:rPr lang="en-US" altLang="en-IL" sz="2400" i="1" dirty="0"/>
              <a:t>k</a:t>
            </a:r>
            <a:r>
              <a:rPr lang="en-US" altLang="en-IL" sz="2400" dirty="0"/>
              <a:t> maps to slot </a:t>
            </a:r>
            <a:r>
              <a:rPr lang="en-US" altLang="en-IL" sz="2400" i="1" dirty="0"/>
              <a:t>A</a:t>
            </a:r>
            <a:r>
              <a:rPr lang="en-US" altLang="en-IL" sz="2400" dirty="0"/>
              <a:t>[</a:t>
            </a:r>
            <a:r>
              <a:rPr lang="en-US" altLang="en-IL" sz="2400" i="1" dirty="0"/>
              <a:t>k</a:t>
            </a:r>
            <a:r>
              <a:rPr lang="en-US" altLang="en-IL" sz="2400" dirty="0"/>
              <a:t>].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With hash tables, key </a:t>
            </a:r>
            <a:r>
              <a:rPr lang="en-US" altLang="en-IL" sz="2400" i="1" dirty="0"/>
              <a:t>k</a:t>
            </a:r>
            <a:r>
              <a:rPr lang="en-US" altLang="en-IL" sz="2400" dirty="0"/>
              <a:t> maps or </a:t>
            </a:r>
            <a:r>
              <a:rPr lang="en-US" altLang="en-IL" sz="2400" dirty="0">
                <a:solidFill>
                  <a:srgbClr val="CC3300"/>
                </a:solidFill>
              </a:rPr>
              <a:t>“hashes”</a:t>
            </a:r>
            <a:r>
              <a:rPr lang="en-US" altLang="en-IL" sz="2400" dirty="0"/>
              <a:t> to slot </a:t>
            </a:r>
            <a:r>
              <a:rPr lang="en-US" altLang="en-IL" sz="2400" i="1" dirty="0"/>
              <a:t>T</a:t>
            </a:r>
            <a:r>
              <a:rPr lang="en-US" altLang="en-IL" sz="2400" dirty="0"/>
              <a:t>[</a:t>
            </a:r>
            <a:r>
              <a:rPr lang="en-US" altLang="en-IL" sz="2400" i="1" dirty="0"/>
              <a:t>h</a:t>
            </a:r>
            <a:r>
              <a:rPr lang="en-US" altLang="en-IL" sz="2400" dirty="0"/>
              <a:t>[</a:t>
            </a:r>
            <a:r>
              <a:rPr lang="en-US" altLang="en-IL" sz="2400" i="1" dirty="0"/>
              <a:t>k</a:t>
            </a:r>
            <a:r>
              <a:rPr lang="en-US" altLang="en-IL" sz="2400" dirty="0"/>
              <a:t>]].</a:t>
            </a:r>
          </a:p>
          <a:p>
            <a:pPr>
              <a:lnSpc>
                <a:spcPct val="150000"/>
              </a:lnSpc>
            </a:pPr>
            <a:r>
              <a:rPr lang="en-US" altLang="en-IL" sz="2400" i="1" dirty="0"/>
              <a:t>h</a:t>
            </a:r>
            <a:r>
              <a:rPr lang="en-US" altLang="en-IL" sz="2400" dirty="0"/>
              <a:t>[</a:t>
            </a:r>
            <a:r>
              <a:rPr lang="en-US" altLang="en-IL" sz="2400" i="1" dirty="0"/>
              <a:t>k</a:t>
            </a:r>
            <a:r>
              <a:rPr lang="en-US" altLang="en-IL" sz="2400" dirty="0"/>
              <a:t>] is the </a:t>
            </a:r>
            <a:r>
              <a:rPr lang="en-US" altLang="en-IL" sz="2400" i="1" dirty="0">
                <a:solidFill>
                  <a:srgbClr val="CC3300"/>
                </a:solidFill>
              </a:rPr>
              <a:t>hash value</a:t>
            </a:r>
            <a:r>
              <a:rPr lang="en-US" altLang="en-IL" sz="2400" dirty="0"/>
              <a:t> of key </a:t>
            </a:r>
            <a:r>
              <a:rPr lang="en-US" altLang="en-IL" sz="2400" i="1" dirty="0"/>
              <a:t>k</a:t>
            </a:r>
            <a:r>
              <a:rPr lang="en-US" altLang="en-IL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FE8B5-B06E-7C4E-AD96-DD3E861B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AB761-F3FB-1940-B36F-085E1199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998105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61267A1-E038-DB49-836F-CFCF92AD2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8888" y="873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IL" sz="3200" b="1" dirty="0">
                <a:latin typeface="+mn-lt"/>
                <a:ea typeface="+mn-ea"/>
                <a:cs typeface="+mn-cs"/>
              </a:rPr>
              <a:t>Hashing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31305AB8-37EF-DE4E-9F15-B67D9806A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371600"/>
            <a:ext cx="1219200" cy="457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89" name="Line 5">
            <a:extLst>
              <a:ext uri="{FF2B5EF4-FFF2-40B4-BE49-F238E27FC236}">
                <a16:creationId xmlns:a16="http://schemas.microsoft.com/office/drawing/2014/main" id="{F71C1446-854A-5343-900A-07A3C93A5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1828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0" name="Line 6">
            <a:extLst>
              <a:ext uri="{FF2B5EF4-FFF2-40B4-BE49-F238E27FC236}">
                <a16:creationId xmlns:a16="http://schemas.microsoft.com/office/drawing/2014/main" id="{620892B8-2C91-2F4C-A4F8-8F91A2293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286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1" name="Line 7">
            <a:extLst>
              <a:ext uri="{FF2B5EF4-FFF2-40B4-BE49-F238E27FC236}">
                <a16:creationId xmlns:a16="http://schemas.microsoft.com/office/drawing/2014/main" id="{844E1656-4FF1-D942-9554-8508C67E7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7432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2" name="Line 8">
            <a:extLst>
              <a:ext uri="{FF2B5EF4-FFF2-40B4-BE49-F238E27FC236}">
                <a16:creationId xmlns:a16="http://schemas.microsoft.com/office/drawing/2014/main" id="{4D6A889D-ABAC-E24E-8D30-CAE43AA20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2004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3" name="Line 9">
            <a:extLst>
              <a:ext uri="{FF2B5EF4-FFF2-40B4-BE49-F238E27FC236}">
                <a16:creationId xmlns:a16="http://schemas.microsoft.com/office/drawing/2014/main" id="{66060AF5-3AA8-4947-A446-E6C2C4E31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6576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4" name="Line 10">
            <a:extLst>
              <a:ext uri="{FF2B5EF4-FFF2-40B4-BE49-F238E27FC236}">
                <a16:creationId xmlns:a16="http://schemas.microsoft.com/office/drawing/2014/main" id="{2E3E0521-BE70-C34C-A969-31841EDD5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114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5" name="Line 11">
            <a:extLst>
              <a:ext uri="{FF2B5EF4-FFF2-40B4-BE49-F238E27FC236}">
                <a16:creationId xmlns:a16="http://schemas.microsoft.com/office/drawing/2014/main" id="{25DC9D1B-3721-B54A-9457-A0ED569B4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572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6" name="Line 12">
            <a:extLst>
              <a:ext uri="{FF2B5EF4-FFF2-40B4-BE49-F238E27FC236}">
                <a16:creationId xmlns:a16="http://schemas.microsoft.com/office/drawing/2014/main" id="{3AB707BE-78AD-D749-9D9B-8B9F320B0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0292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7" name="Line 13">
            <a:extLst>
              <a:ext uri="{FF2B5EF4-FFF2-40B4-BE49-F238E27FC236}">
                <a16:creationId xmlns:a16="http://schemas.microsoft.com/office/drawing/2014/main" id="{829CBFC4-71EE-CE40-9138-9B170B578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4864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998" name="Text Box 14">
            <a:extLst>
              <a:ext uri="{FF2B5EF4-FFF2-40B4-BE49-F238E27FC236}">
                <a16:creationId xmlns:a16="http://schemas.microsoft.com/office/drawing/2014/main" id="{C4EC3A41-05BF-F747-B1BF-3E2E3509C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1447800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/>
              <a:t>0</a:t>
            </a:r>
          </a:p>
        </p:txBody>
      </p:sp>
      <p:sp>
        <p:nvSpPr>
          <p:cNvPr id="41999" name="Text Box 15">
            <a:extLst>
              <a:ext uri="{FF2B5EF4-FFF2-40B4-BE49-F238E27FC236}">
                <a16:creationId xmlns:a16="http://schemas.microsoft.com/office/drawing/2014/main" id="{FCEC5B6F-AAAE-3047-B310-3FF9B3728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1" y="5486400"/>
            <a:ext cx="6463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m</a:t>
            </a:r>
            <a:r>
              <a:rPr lang="en-US" altLang="en-IL" sz="2000"/>
              <a:t>–1</a:t>
            </a:r>
            <a:endParaRPr lang="en-US" altLang="en-IL" sz="2000" i="1"/>
          </a:p>
        </p:txBody>
      </p:sp>
      <p:sp>
        <p:nvSpPr>
          <p:cNvPr id="42000" name="Text Box 16">
            <a:extLst>
              <a:ext uri="{FF2B5EF4-FFF2-40B4-BE49-F238E27FC236}">
                <a16:creationId xmlns:a16="http://schemas.microsoft.com/office/drawing/2014/main" id="{4A1D691D-8367-3440-8DB7-F459103C2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286001"/>
            <a:ext cx="674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1</a:t>
            </a:r>
            <a:r>
              <a:rPr lang="en-US" altLang="en-IL" sz="2000"/>
              <a:t>)</a:t>
            </a:r>
            <a:endParaRPr lang="en-US" altLang="en-IL" sz="2000" i="1"/>
          </a:p>
        </p:txBody>
      </p:sp>
      <p:sp>
        <p:nvSpPr>
          <p:cNvPr id="42001" name="Text Box 17">
            <a:extLst>
              <a:ext uri="{FF2B5EF4-FFF2-40B4-BE49-F238E27FC236}">
                <a16:creationId xmlns:a16="http://schemas.microsoft.com/office/drawing/2014/main" id="{26F13B1B-B7D5-EC49-9900-F57F26910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819401"/>
            <a:ext cx="674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4</a:t>
            </a:r>
            <a:r>
              <a:rPr lang="en-US" altLang="en-IL" sz="2000"/>
              <a:t>)</a:t>
            </a:r>
            <a:endParaRPr lang="en-US" altLang="en-IL" sz="2000" i="1"/>
          </a:p>
        </p:txBody>
      </p:sp>
      <p:sp>
        <p:nvSpPr>
          <p:cNvPr id="42002" name="Text Box 18">
            <a:extLst>
              <a:ext uri="{FF2B5EF4-FFF2-40B4-BE49-F238E27FC236}">
                <a16:creationId xmlns:a16="http://schemas.microsoft.com/office/drawing/2014/main" id="{1A6C5557-55CF-5C40-B0F3-F5FACD1BB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3657601"/>
            <a:ext cx="1308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2</a:t>
            </a:r>
            <a:r>
              <a:rPr lang="en-US" altLang="en-IL" sz="2000"/>
              <a:t>)=</a:t>
            </a:r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5</a:t>
            </a:r>
            <a:r>
              <a:rPr lang="en-US" altLang="en-IL" sz="2000"/>
              <a:t>)</a:t>
            </a:r>
          </a:p>
        </p:txBody>
      </p:sp>
      <p:sp>
        <p:nvSpPr>
          <p:cNvPr id="42003" name="Text Box 19">
            <a:extLst>
              <a:ext uri="{FF2B5EF4-FFF2-40B4-BE49-F238E27FC236}">
                <a16:creationId xmlns:a16="http://schemas.microsoft.com/office/drawing/2014/main" id="{B6BBA08F-041E-9D40-B695-A6471696F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4572001"/>
            <a:ext cx="674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3</a:t>
            </a:r>
            <a:r>
              <a:rPr lang="en-US" altLang="en-IL" sz="2000"/>
              <a:t>)</a:t>
            </a:r>
            <a:endParaRPr lang="en-US" altLang="en-IL" sz="2000" i="1"/>
          </a:p>
        </p:txBody>
      </p:sp>
      <p:sp>
        <p:nvSpPr>
          <p:cNvPr id="42004" name="Rectangle 20">
            <a:extLst>
              <a:ext uri="{FF2B5EF4-FFF2-40B4-BE49-F238E27FC236}">
                <a16:creationId xmlns:a16="http://schemas.microsoft.com/office/drawing/2014/main" id="{4E395CAB-F835-224D-93B5-89C927301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2860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05" name="Rectangle 21">
            <a:extLst>
              <a:ext uri="{FF2B5EF4-FFF2-40B4-BE49-F238E27FC236}">
                <a16:creationId xmlns:a16="http://schemas.microsoft.com/office/drawing/2014/main" id="{732D9E8C-68DE-1345-975C-E16C8F3C7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7432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06" name="Rectangle 22">
            <a:extLst>
              <a:ext uri="{FF2B5EF4-FFF2-40B4-BE49-F238E27FC236}">
                <a16:creationId xmlns:a16="http://schemas.microsoft.com/office/drawing/2014/main" id="{FE12D794-8B07-D844-9A20-7344D3A1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6576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07" name="Rectangle 23">
            <a:extLst>
              <a:ext uri="{FF2B5EF4-FFF2-40B4-BE49-F238E27FC236}">
                <a16:creationId xmlns:a16="http://schemas.microsoft.com/office/drawing/2014/main" id="{9A94C668-A70B-034F-A4C8-EE56C9074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5720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08" name="Oval 24">
            <a:extLst>
              <a:ext uri="{FF2B5EF4-FFF2-40B4-BE49-F238E27FC236}">
                <a16:creationId xmlns:a16="http://schemas.microsoft.com/office/drawing/2014/main" id="{CFACE3EE-FFE1-C74E-A080-715371011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95400"/>
            <a:ext cx="3733800" cy="37338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 altLang="en-IL"/>
          </a:p>
        </p:txBody>
      </p:sp>
      <p:sp>
        <p:nvSpPr>
          <p:cNvPr id="42009" name="Oval 25">
            <a:extLst>
              <a:ext uri="{FF2B5EF4-FFF2-40B4-BE49-F238E27FC236}">
                <a16:creationId xmlns:a16="http://schemas.microsoft.com/office/drawing/2014/main" id="{83F8CCAB-CD4A-C347-9CD2-C9508B30C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95600"/>
            <a:ext cx="2667000" cy="1828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IL" altLang="en-IL"/>
          </a:p>
        </p:txBody>
      </p:sp>
      <p:sp>
        <p:nvSpPr>
          <p:cNvPr id="42011" name="Text Box 27">
            <a:extLst>
              <a:ext uri="{FF2B5EF4-FFF2-40B4-BE49-F238E27FC236}">
                <a16:creationId xmlns:a16="http://schemas.microsoft.com/office/drawing/2014/main" id="{656AF95E-3306-214D-8210-D56EE3CBB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066" y="1828800"/>
            <a:ext cx="200580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 b="1" i="1"/>
              <a:t>U</a:t>
            </a:r>
          </a:p>
          <a:p>
            <a:pPr algn="ctr"/>
            <a:r>
              <a:rPr lang="en-US" altLang="en-IL" sz="2000" b="1"/>
              <a:t>(</a:t>
            </a:r>
            <a:r>
              <a:rPr lang="en-US" altLang="en-IL" sz="2000"/>
              <a:t>universe of keys)</a:t>
            </a:r>
            <a:endParaRPr lang="en-US" altLang="en-IL" sz="2000" b="1"/>
          </a:p>
        </p:txBody>
      </p:sp>
      <p:sp>
        <p:nvSpPr>
          <p:cNvPr id="42013" name="Text Box 29">
            <a:extLst>
              <a:ext uri="{FF2B5EF4-FFF2-40B4-BE49-F238E27FC236}">
                <a16:creationId xmlns:a16="http://schemas.microsoft.com/office/drawing/2014/main" id="{36A6FD44-2824-014A-8405-BCEB2CA00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093" y="3276600"/>
            <a:ext cx="8258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 b="1" i="1"/>
              <a:t>K</a:t>
            </a:r>
          </a:p>
          <a:p>
            <a:pPr algn="ctr"/>
            <a:r>
              <a:rPr lang="en-US" altLang="en-IL"/>
              <a:t>(actual</a:t>
            </a:r>
          </a:p>
          <a:p>
            <a:pPr algn="ctr"/>
            <a:r>
              <a:rPr lang="en-US" altLang="en-IL"/>
              <a:t>keys)</a:t>
            </a:r>
          </a:p>
        </p:txBody>
      </p:sp>
      <p:sp>
        <p:nvSpPr>
          <p:cNvPr id="42017" name="Oval 33">
            <a:extLst>
              <a:ext uri="{FF2B5EF4-FFF2-40B4-BE49-F238E27FC236}">
                <a16:creationId xmlns:a16="http://schemas.microsoft.com/office/drawing/2014/main" id="{C8280D94-4747-414B-8D78-B68464530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276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18" name="Oval 34">
            <a:extLst>
              <a:ext uri="{FF2B5EF4-FFF2-40B4-BE49-F238E27FC236}">
                <a16:creationId xmlns:a16="http://schemas.microsoft.com/office/drawing/2014/main" id="{68ABEE20-DE2F-134E-8C08-EE411AA02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4290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19" name="Oval 35">
            <a:extLst>
              <a:ext uri="{FF2B5EF4-FFF2-40B4-BE49-F238E27FC236}">
                <a16:creationId xmlns:a16="http://schemas.microsoft.com/office/drawing/2014/main" id="{30ADBFF8-0AF8-6246-A7B3-3B424592B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657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20" name="Oval 36">
            <a:extLst>
              <a:ext uri="{FF2B5EF4-FFF2-40B4-BE49-F238E27FC236}">
                <a16:creationId xmlns:a16="http://schemas.microsoft.com/office/drawing/2014/main" id="{FE61567E-BD58-6940-BFA9-6F9994F6D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8862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21" name="Oval 37">
            <a:extLst>
              <a:ext uri="{FF2B5EF4-FFF2-40B4-BE49-F238E27FC236}">
                <a16:creationId xmlns:a16="http://schemas.microsoft.com/office/drawing/2014/main" id="{30317498-CEAC-1F48-90F9-8534AE741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1148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22" name="Text Box 38">
            <a:extLst>
              <a:ext uri="{FF2B5EF4-FFF2-40B4-BE49-F238E27FC236}">
                <a16:creationId xmlns:a16="http://schemas.microsoft.com/office/drawing/2014/main" id="{3B0B6D33-5004-ED49-A336-9E34256CF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2004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1</a:t>
            </a:r>
          </a:p>
        </p:txBody>
      </p:sp>
      <p:sp>
        <p:nvSpPr>
          <p:cNvPr id="42024" name="Text Box 40">
            <a:extLst>
              <a:ext uri="{FF2B5EF4-FFF2-40B4-BE49-F238E27FC236}">
                <a16:creationId xmlns:a16="http://schemas.microsoft.com/office/drawing/2014/main" id="{45829B53-7465-5844-A788-7B396B352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5814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2</a:t>
            </a:r>
          </a:p>
        </p:txBody>
      </p:sp>
      <p:sp>
        <p:nvSpPr>
          <p:cNvPr id="42025" name="Text Box 41">
            <a:extLst>
              <a:ext uri="{FF2B5EF4-FFF2-40B4-BE49-F238E27FC236}">
                <a16:creationId xmlns:a16="http://schemas.microsoft.com/office/drawing/2014/main" id="{BC7A597B-4999-8B4C-86AD-DB04D8BDD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14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3</a:t>
            </a:r>
          </a:p>
        </p:txBody>
      </p:sp>
      <p:sp>
        <p:nvSpPr>
          <p:cNvPr id="42026" name="Text Box 42">
            <a:extLst>
              <a:ext uri="{FF2B5EF4-FFF2-40B4-BE49-F238E27FC236}">
                <a16:creationId xmlns:a16="http://schemas.microsoft.com/office/drawing/2014/main" id="{50E0448B-C0B5-B048-890B-78DEF6E2B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8862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5</a:t>
            </a:r>
          </a:p>
        </p:txBody>
      </p:sp>
      <p:sp>
        <p:nvSpPr>
          <p:cNvPr id="42027" name="Text Box 43">
            <a:extLst>
              <a:ext uri="{FF2B5EF4-FFF2-40B4-BE49-F238E27FC236}">
                <a16:creationId xmlns:a16="http://schemas.microsoft.com/office/drawing/2014/main" id="{26A10B9A-64A3-7F48-A064-1928B9897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4</a:t>
            </a:r>
          </a:p>
        </p:txBody>
      </p:sp>
      <p:sp>
        <p:nvSpPr>
          <p:cNvPr id="42028" name="Line 44">
            <a:extLst>
              <a:ext uri="{FF2B5EF4-FFF2-40B4-BE49-F238E27FC236}">
                <a16:creationId xmlns:a16="http://schemas.microsoft.com/office/drawing/2014/main" id="{8D97DE7F-3699-FD4A-9242-383AC0F74F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514600"/>
            <a:ext cx="3505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29" name="Line 45">
            <a:extLst>
              <a:ext uri="{FF2B5EF4-FFF2-40B4-BE49-F238E27FC236}">
                <a16:creationId xmlns:a16="http://schemas.microsoft.com/office/drawing/2014/main" id="{26E383AB-A479-A545-8A1B-7DD0476DF8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2971800"/>
            <a:ext cx="2743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34" name="Line 50">
            <a:extLst>
              <a:ext uri="{FF2B5EF4-FFF2-40B4-BE49-F238E27FC236}">
                <a16:creationId xmlns:a16="http://schemas.microsoft.com/office/drawing/2014/main" id="{D77B3B36-C7E4-DB42-8801-02A8F39BB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191000"/>
            <a:ext cx="3352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35" name="Line 51">
            <a:extLst>
              <a:ext uri="{FF2B5EF4-FFF2-40B4-BE49-F238E27FC236}">
                <a16:creationId xmlns:a16="http://schemas.microsoft.com/office/drawing/2014/main" id="{5BE59AC6-0B26-C243-AF62-EDABEFAC71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733800"/>
            <a:ext cx="34290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36" name="Line 52">
            <a:extLst>
              <a:ext uri="{FF2B5EF4-FFF2-40B4-BE49-F238E27FC236}">
                <a16:creationId xmlns:a16="http://schemas.microsoft.com/office/drawing/2014/main" id="{9B759E33-6914-9743-940D-C47CACCA1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886200"/>
            <a:ext cx="2819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037" name="Text Box 53">
            <a:extLst>
              <a:ext uri="{FF2B5EF4-FFF2-40B4-BE49-F238E27FC236}">
                <a16:creationId xmlns:a16="http://schemas.microsoft.com/office/drawing/2014/main" id="{7C7C07AA-B9D2-4E4E-A8AA-D6DC6D4A3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581400"/>
            <a:ext cx="1231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IL">
                <a:solidFill>
                  <a:srgbClr val="CC3300"/>
                </a:solidFill>
              </a:rPr>
              <a:t>collision</a:t>
            </a:r>
          </a:p>
        </p:txBody>
      </p:sp>
      <p:sp>
        <p:nvSpPr>
          <p:cNvPr id="43" name="Slide Number Placeholder 3">
            <a:extLst>
              <a:ext uri="{FF2B5EF4-FFF2-40B4-BE49-F238E27FC236}">
                <a16:creationId xmlns:a16="http://schemas.microsoft.com/office/drawing/2014/main" id="{C06E6CAC-3792-8049-A34E-F970F4BC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44" name="Footer Placeholder 4">
            <a:extLst>
              <a:ext uri="{FF2B5EF4-FFF2-40B4-BE49-F238E27FC236}">
                <a16:creationId xmlns:a16="http://schemas.microsoft.com/office/drawing/2014/main" id="{E4847FA4-36C1-B540-984C-AFD2407F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938752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BB58004-62CB-E74B-8849-38231252F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Issues with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>
                <a:extLst>
                  <a:ext uri="{FF2B5EF4-FFF2-40B4-BE49-F238E27FC236}">
                    <a16:creationId xmlns:a16="http://schemas.microsoft.com/office/drawing/2014/main" id="{82130B7B-E95C-C84E-AC2B-6D373FA676D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199" y="1325562"/>
                <a:ext cx="10515599" cy="507523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IL" sz="2400" dirty="0"/>
                  <a:t>Multiple keys can hash to the same slot – </a:t>
                </a:r>
                <a:r>
                  <a:rPr lang="en-US" altLang="en-IL" sz="2400" dirty="0">
                    <a:solidFill>
                      <a:srgbClr val="CC3300"/>
                    </a:solidFill>
                  </a:rPr>
                  <a:t>collisions are possible</a:t>
                </a:r>
                <a:r>
                  <a:rPr lang="en-US" altLang="en-IL" sz="24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IL" dirty="0"/>
                  <a:t>Design hash functions such that collisions are minimized.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IL" dirty="0"/>
                  <a:t>But avoiding collisions is impossible.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en-IL" sz="2400" dirty="0"/>
                  <a:t>Design collision-resolution techniques.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IL" sz="2400" dirty="0">
                    <a:solidFill>
                      <a:srgbClr val="CC3300"/>
                    </a:solidFill>
                  </a:rPr>
                  <a:t>Search will cost </a:t>
                </a:r>
                <a14:m>
                  <m:oMath xmlns:m="http://schemas.openxmlformats.org/officeDocument/2006/math">
                    <m:r>
                      <a:rPr lang="en-US" altLang="en-IL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en-IL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IL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IL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IL" sz="2400" dirty="0">
                    <a:solidFill>
                      <a:srgbClr val="CC3300"/>
                    </a:solidFill>
                    <a:cs typeface="Times New Roman" panose="02020603050405020304" pitchFamily="18" charset="0"/>
                  </a:rPr>
                  <a:t> time in the worst case</a:t>
                </a:r>
                <a:r>
                  <a:rPr lang="en-US" altLang="en-IL" sz="2400" dirty="0"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IL" dirty="0">
                    <a:cs typeface="Times New Roman" panose="02020603050405020304" pitchFamily="18" charset="0"/>
                  </a:rPr>
                  <a:t>However, all operations can be made to have an expected complexity of O(1).</a:t>
                </a:r>
                <a:endParaRPr lang="ru-RU" altLang="en-I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63" name="Rectangle 3">
                <a:extLst>
                  <a:ext uri="{FF2B5EF4-FFF2-40B4-BE49-F238E27FC236}">
                    <a16:creationId xmlns:a16="http://schemas.microsoft.com/office/drawing/2014/main" id="{82130B7B-E95C-C84E-AC2B-6D373FA67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325562"/>
                <a:ext cx="10515599" cy="5075237"/>
              </a:xfrm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D6965-4542-D14D-AC33-6F7F296B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F7FF1-2B30-504E-BCAD-25317671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482711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71851A-0B81-2F44-B50C-3277637AB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64558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Methods of Resolution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ACD637-18E0-CA43-999E-A73949ECC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1733" y="990600"/>
            <a:ext cx="9026526" cy="5410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>
                <a:solidFill>
                  <a:srgbClr val="CC3300"/>
                </a:solidFill>
              </a:rPr>
              <a:t>Chaining:</a:t>
            </a:r>
            <a:r>
              <a:rPr lang="en-US" altLang="en-IL" sz="2400" dirty="0"/>
              <a:t>  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Store all elements that hash to the same slot in a linked list.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Store a pointer to the head of the linked list in the hash table slot.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>
                <a:solidFill>
                  <a:srgbClr val="CC3300"/>
                </a:solidFill>
              </a:rPr>
              <a:t>Open Addressing: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All elements stored in hash table itself.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When collisions occur, use a systematic (consistent) procedure to store elements in free slots of the table.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FD0C85E0-E538-4C4D-95C7-2320EE5F4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349" y="2362201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2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8D591C50-7329-E841-B368-8363342E5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335" y="1447800"/>
            <a:ext cx="338138" cy="18288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D3BB48E1-492B-F748-BFAC-80A9F7FF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16303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DE1B90D3-B291-C24A-A805-F783FEC51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18129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4" name="Line 8">
            <a:extLst>
              <a:ext uri="{FF2B5EF4-FFF2-40B4-BE49-F238E27FC236}">
                <a16:creationId xmlns:a16="http://schemas.microsoft.com/office/drawing/2014/main" id="{1537F999-C126-DC4E-8DFC-50B5C1079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19970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DA783B38-A6F2-D24D-A53D-49BC4B889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21796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6" name="Line 10">
            <a:extLst>
              <a:ext uri="{FF2B5EF4-FFF2-40B4-BE49-F238E27FC236}">
                <a16:creationId xmlns:a16="http://schemas.microsoft.com/office/drawing/2014/main" id="{CBBF586A-91E6-3F4E-95C3-CDEE624BC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2362200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D36E571F-D952-6D4D-BA1A-BE2FB6411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25447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374D2A68-3AAE-3346-A277-42D97FE86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27273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9" name="Line 13">
            <a:extLst>
              <a:ext uri="{FF2B5EF4-FFF2-40B4-BE49-F238E27FC236}">
                <a16:creationId xmlns:a16="http://schemas.microsoft.com/office/drawing/2014/main" id="{C851CE54-CEFD-8241-957B-95471ED2D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29114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0" name="Line 14">
            <a:extLst>
              <a:ext uri="{FF2B5EF4-FFF2-40B4-BE49-F238E27FC236}">
                <a16:creationId xmlns:a16="http://schemas.microsoft.com/office/drawing/2014/main" id="{B6FCEE4D-1FE3-2A4F-9FB9-EC2288875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335" y="30940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1" name="Text Box 15">
            <a:extLst>
              <a:ext uri="{FF2B5EF4-FFF2-40B4-BE49-F238E27FC236}">
                <a16:creationId xmlns:a16="http://schemas.microsoft.com/office/drawing/2014/main" id="{8827EBC1-1315-AB4F-AA64-38B0F99E9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535" y="1600201"/>
            <a:ext cx="25039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000"/>
              <a:t>0</a:t>
            </a:r>
          </a:p>
        </p:txBody>
      </p:sp>
      <p:sp>
        <p:nvSpPr>
          <p:cNvPr id="9232" name="Text Box 16">
            <a:extLst>
              <a:ext uri="{FF2B5EF4-FFF2-40B4-BE49-F238E27FC236}">
                <a16:creationId xmlns:a16="http://schemas.microsoft.com/office/drawing/2014/main" id="{B372227E-30E3-414B-8EDC-FBF1BBF7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6473" y="3216276"/>
            <a:ext cx="41549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000" i="1"/>
              <a:t>m</a:t>
            </a:r>
            <a:r>
              <a:rPr lang="en-US" altLang="en-IL" sz="1000"/>
              <a:t>–1</a:t>
            </a:r>
            <a:endParaRPr lang="en-US" altLang="en-IL" sz="1000" i="1"/>
          </a:p>
        </p:txBody>
      </p:sp>
      <p:sp>
        <p:nvSpPr>
          <p:cNvPr id="9233" name="Rectangle 17">
            <a:extLst>
              <a:ext uri="{FF2B5EF4-FFF2-40B4-BE49-F238E27FC236}">
                <a16:creationId xmlns:a16="http://schemas.microsoft.com/office/drawing/2014/main" id="{7AF99AF9-33F0-9B43-AAF8-70377E9AE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335" y="18129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4" name="Rectangle 18">
            <a:extLst>
              <a:ext uri="{FF2B5EF4-FFF2-40B4-BE49-F238E27FC236}">
                <a16:creationId xmlns:a16="http://schemas.microsoft.com/office/drawing/2014/main" id="{2F132CF9-88B7-6549-9692-C79045C04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335" y="2362201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5" name="Rectangle 19">
            <a:extLst>
              <a:ext uri="{FF2B5EF4-FFF2-40B4-BE49-F238E27FC236}">
                <a16:creationId xmlns:a16="http://schemas.microsoft.com/office/drawing/2014/main" id="{528D0BBD-562D-3645-AB27-E2A275E15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335" y="27273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6" name="Rectangle 20">
            <a:extLst>
              <a:ext uri="{FF2B5EF4-FFF2-40B4-BE49-F238E27FC236}">
                <a16:creationId xmlns:a16="http://schemas.microsoft.com/office/drawing/2014/main" id="{787EEA33-28F4-124D-8955-4A18C027D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335" y="2911476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7" name="Rectangle 21">
            <a:extLst>
              <a:ext uri="{FF2B5EF4-FFF2-40B4-BE49-F238E27FC236}">
                <a16:creationId xmlns:a16="http://schemas.microsoft.com/office/drawing/2014/main" id="{28987C85-5B93-A940-90A9-AB4AB82AF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8549" y="18129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1</a:t>
            </a:r>
            <a:endParaRPr lang="en-US" altLang="en-IL" sz="1000" i="1"/>
          </a:p>
        </p:txBody>
      </p:sp>
      <p:sp>
        <p:nvSpPr>
          <p:cNvPr id="9238" name="Line 22">
            <a:extLst>
              <a:ext uri="{FF2B5EF4-FFF2-40B4-BE49-F238E27FC236}">
                <a16:creationId xmlns:a16="http://schemas.microsoft.com/office/drawing/2014/main" id="{AAA01314-3E46-6E42-8073-F2A75C82F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2535" y="18129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9" name="Rectangle 23">
            <a:extLst>
              <a:ext uri="{FF2B5EF4-FFF2-40B4-BE49-F238E27FC236}">
                <a16:creationId xmlns:a16="http://schemas.microsoft.com/office/drawing/2014/main" id="{F6AF2E17-A25C-9142-AD55-33D7FD37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349" y="18129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4</a:t>
            </a:r>
          </a:p>
        </p:txBody>
      </p:sp>
      <p:sp>
        <p:nvSpPr>
          <p:cNvPr id="9240" name="Line 24">
            <a:extLst>
              <a:ext uri="{FF2B5EF4-FFF2-40B4-BE49-F238E27FC236}">
                <a16:creationId xmlns:a16="http://schemas.microsoft.com/office/drawing/2014/main" id="{12623F21-416A-A84D-8D05-96ECF4001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4335" y="18129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1" name="Rectangle 25">
            <a:extLst>
              <a:ext uri="{FF2B5EF4-FFF2-40B4-BE49-F238E27FC236}">
                <a16:creationId xmlns:a16="http://schemas.microsoft.com/office/drawing/2014/main" id="{C5DFA33D-CB6D-3441-88F5-3DDAC70C5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8549" y="2362201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5</a:t>
            </a:r>
          </a:p>
        </p:txBody>
      </p:sp>
      <p:sp>
        <p:nvSpPr>
          <p:cNvPr id="9242" name="Line 26">
            <a:extLst>
              <a:ext uri="{FF2B5EF4-FFF2-40B4-BE49-F238E27FC236}">
                <a16:creationId xmlns:a16="http://schemas.microsoft.com/office/drawing/2014/main" id="{CEA02BEC-723D-6441-906C-FDFDFA899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2535" y="2362201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3" name="Line 27">
            <a:extLst>
              <a:ext uri="{FF2B5EF4-FFF2-40B4-BE49-F238E27FC236}">
                <a16:creationId xmlns:a16="http://schemas.microsoft.com/office/drawing/2014/main" id="{79B26CA3-404C-4B44-8691-99643023B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4335" y="2362201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4" name="Rectangle 28">
            <a:extLst>
              <a:ext uri="{FF2B5EF4-FFF2-40B4-BE49-F238E27FC236}">
                <a16:creationId xmlns:a16="http://schemas.microsoft.com/office/drawing/2014/main" id="{05589EBD-FED4-574F-97A7-D2DFACF4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0561" y="2362201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5" name="Line 29">
            <a:extLst>
              <a:ext uri="{FF2B5EF4-FFF2-40B4-BE49-F238E27FC236}">
                <a16:creationId xmlns:a16="http://schemas.microsoft.com/office/drawing/2014/main" id="{BDCCEC14-E71D-FE47-B876-862F4F814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4548" y="2362201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6" name="Rectangle 30">
            <a:extLst>
              <a:ext uri="{FF2B5EF4-FFF2-40B4-BE49-F238E27FC236}">
                <a16:creationId xmlns:a16="http://schemas.microsoft.com/office/drawing/2014/main" id="{36D2BA44-5C85-4844-80FB-2A4D72DB4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8549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7" name="Line 31">
            <a:extLst>
              <a:ext uri="{FF2B5EF4-FFF2-40B4-BE49-F238E27FC236}">
                <a16:creationId xmlns:a16="http://schemas.microsoft.com/office/drawing/2014/main" id="{30271189-F3C7-B749-BE72-95D88DBBD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2535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8" name="Rectangle 32">
            <a:extLst>
              <a:ext uri="{FF2B5EF4-FFF2-40B4-BE49-F238E27FC236}">
                <a16:creationId xmlns:a16="http://schemas.microsoft.com/office/drawing/2014/main" id="{6AB7DB67-A196-F64F-85BB-02D033601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349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9" name="Line 33">
            <a:extLst>
              <a:ext uri="{FF2B5EF4-FFF2-40B4-BE49-F238E27FC236}">
                <a16:creationId xmlns:a16="http://schemas.microsoft.com/office/drawing/2014/main" id="{6FE1760C-BF94-694E-9F7F-B0935C963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4335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0" name="Rectangle 34">
            <a:extLst>
              <a:ext uri="{FF2B5EF4-FFF2-40B4-BE49-F238E27FC236}">
                <a16:creationId xmlns:a16="http://schemas.microsoft.com/office/drawing/2014/main" id="{64DF79A2-1DFE-E74F-9AC0-A5E7312F7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8549" y="2941638"/>
            <a:ext cx="307975" cy="1524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1" name="Line 35">
            <a:extLst>
              <a:ext uri="{FF2B5EF4-FFF2-40B4-BE49-F238E27FC236}">
                <a16:creationId xmlns:a16="http://schemas.microsoft.com/office/drawing/2014/main" id="{9C171E11-10DB-FA47-B730-74D42B458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2535" y="2941638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2" name="Line 36">
            <a:extLst>
              <a:ext uri="{FF2B5EF4-FFF2-40B4-BE49-F238E27FC236}">
                <a16:creationId xmlns:a16="http://schemas.microsoft.com/office/drawing/2014/main" id="{E7580BCC-58EC-C642-9B4A-AF2B096BE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4398" y="19050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3" name="Line 37">
            <a:extLst>
              <a:ext uri="{FF2B5EF4-FFF2-40B4-BE49-F238E27FC236}">
                <a16:creationId xmlns:a16="http://schemas.microsoft.com/office/drawing/2014/main" id="{7F724A8E-D84E-FE46-9333-ECD27ED73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4610" y="1905000"/>
            <a:ext cx="185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4" name="Line 38">
            <a:extLst>
              <a:ext uri="{FF2B5EF4-FFF2-40B4-BE49-F238E27FC236}">
                <a16:creationId xmlns:a16="http://schemas.microsoft.com/office/drawing/2014/main" id="{0BF99F4E-A51A-1542-8D27-CB52C6B99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4398" y="24542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5" name="Line 39">
            <a:extLst>
              <a:ext uri="{FF2B5EF4-FFF2-40B4-BE49-F238E27FC236}">
                <a16:creationId xmlns:a16="http://schemas.microsoft.com/office/drawing/2014/main" id="{5C1DA3C4-6105-7B4B-835E-AA7E797C0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4610" y="2454275"/>
            <a:ext cx="185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6" name="Line 40">
            <a:extLst>
              <a:ext uri="{FF2B5EF4-FFF2-40B4-BE49-F238E27FC236}">
                <a16:creationId xmlns:a16="http://schemas.microsoft.com/office/drawing/2014/main" id="{3D0F9623-C05D-7E45-8050-7D4906D69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56410" y="24542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7" name="Line 41">
            <a:extLst>
              <a:ext uri="{FF2B5EF4-FFF2-40B4-BE49-F238E27FC236}">
                <a16:creationId xmlns:a16="http://schemas.microsoft.com/office/drawing/2014/main" id="{94AF4539-39C8-0D4F-BE10-2CAFFD412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4398" y="28194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8" name="Line 42">
            <a:extLst>
              <a:ext uri="{FF2B5EF4-FFF2-40B4-BE49-F238E27FC236}">
                <a16:creationId xmlns:a16="http://schemas.microsoft.com/office/drawing/2014/main" id="{8655D381-76A5-5848-9353-70790CDBC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56360" y="2819400"/>
            <a:ext cx="15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9" name="Line 43">
            <a:extLst>
              <a:ext uri="{FF2B5EF4-FFF2-40B4-BE49-F238E27FC236}">
                <a16:creationId xmlns:a16="http://schemas.microsoft.com/office/drawing/2014/main" id="{5DCA85A9-0F05-2844-ADC8-5241104FA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4398" y="30019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60" name="Rectangle 44">
            <a:extLst>
              <a:ext uri="{FF2B5EF4-FFF2-40B4-BE49-F238E27FC236}">
                <a16:creationId xmlns:a16="http://schemas.microsoft.com/office/drawing/2014/main" id="{05F4B9CA-DB3A-834F-A2FE-59992F0A8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0561" y="2362201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6</a:t>
            </a:r>
          </a:p>
        </p:txBody>
      </p:sp>
      <p:sp>
        <p:nvSpPr>
          <p:cNvPr id="9261" name="Line 45">
            <a:extLst>
              <a:ext uri="{FF2B5EF4-FFF2-40B4-BE49-F238E27FC236}">
                <a16:creationId xmlns:a16="http://schemas.microsoft.com/office/drawing/2014/main" id="{6C96176C-DF80-CE4A-9990-AEE101F01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4548" y="2362201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62" name="Rectangle 46">
            <a:extLst>
              <a:ext uri="{FF2B5EF4-FFF2-40B4-BE49-F238E27FC236}">
                <a16:creationId xmlns:a16="http://schemas.microsoft.com/office/drawing/2014/main" id="{CD30E7B4-D3CB-7744-A95E-9F554A38B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8549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7</a:t>
            </a:r>
          </a:p>
        </p:txBody>
      </p:sp>
      <p:sp>
        <p:nvSpPr>
          <p:cNvPr id="9263" name="Line 47">
            <a:extLst>
              <a:ext uri="{FF2B5EF4-FFF2-40B4-BE49-F238E27FC236}">
                <a16:creationId xmlns:a16="http://schemas.microsoft.com/office/drawing/2014/main" id="{5C98AE19-3B57-5A4B-AAA5-83AB986B9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2535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64" name="Rectangle 48">
            <a:extLst>
              <a:ext uri="{FF2B5EF4-FFF2-40B4-BE49-F238E27FC236}">
                <a16:creationId xmlns:a16="http://schemas.microsoft.com/office/drawing/2014/main" id="{1CDE1C59-2C8B-9849-8E17-DE6185BBB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349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3</a:t>
            </a:r>
          </a:p>
        </p:txBody>
      </p:sp>
      <p:sp>
        <p:nvSpPr>
          <p:cNvPr id="9265" name="Line 49">
            <a:extLst>
              <a:ext uri="{FF2B5EF4-FFF2-40B4-BE49-F238E27FC236}">
                <a16:creationId xmlns:a16="http://schemas.microsoft.com/office/drawing/2014/main" id="{76230037-8FAC-E144-A15B-FDEBDC8AA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4335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66" name="Rectangle 50">
            <a:extLst>
              <a:ext uri="{FF2B5EF4-FFF2-40B4-BE49-F238E27FC236}">
                <a16:creationId xmlns:a16="http://schemas.microsoft.com/office/drawing/2014/main" id="{9CC3E1F3-A88A-E84F-8DA9-363E1C451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8549" y="2941638"/>
            <a:ext cx="307975" cy="1825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1000" i="1"/>
              <a:t>k</a:t>
            </a:r>
            <a:r>
              <a:rPr lang="en-US" altLang="en-IL" sz="1000" baseline="-25000"/>
              <a:t>8</a:t>
            </a:r>
          </a:p>
        </p:txBody>
      </p:sp>
      <p:sp>
        <p:nvSpPr>
          <p:cNvPr id="9267" name="Line 51">
            <a:extLst>
              <a:ext uri="{FF2B5EF4-FFF2-40B4-BE49-F238E27FC236}">
                <a16:creationId xmlns:a16="http://schemas.microsoft.com/office/drawing/2014/main" id="{FABADDB3-0E2D-D940-BC92-9D9F2D2DB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2535" y="2941638"/>
            <a:ext cx="0" cy="182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68" name="Line 52">
            <a:extLst>
              <a:ext uri="{FF2B5EF4-FFF2-40B4-BE49-F238E27FC236}">
                <a16:creationId xmlns:a16="http://schemas.microsoft.com/office/drawing/2014/main" id="{5CA44D7C-5B46-E640-A2A3-E3A22E9462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0410" y="1477964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69" name="Line 53">
            <a:extLst>
              <a:ext uri="{FF2B5EF4-FFF2-40B4-BE49-F238E27FC236}">
                <a16:creationId xmlns:a16="http://schemas.microsoft.com/office/drawing/2014/main" id="{807C4D3E-D9F1-DA41-B222-5A07A57094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0410" y="16605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0" name="Line 54">
            <a:extLst>
              <a:ext uri="{FF2B5EF4-FFF2-40B4-BE49-F238E27FC236}">
                <a16:creationId xmlns:a16="http://schemas.microsoft.com/office/drawing/2014/main" id="{2E38037A-CE3E-B341-9C30-AD9E27E308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0410" y="2027239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1" name="Line 55">
            <a:extLst>
              <a:ext uri="{FF2B5EF4-FFF2-40B4-BE49-F238E27FC236}">
                <a16:creationId xmlns:a16="http://schemas.microsoft.com/office/drawing/2014/main" id="{C4FC154F-A54B-E746-877A-4914D7169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0410" y="22098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2" name="Line 56">
            <a:extLst>
              <a:ext uri="{FF2B5EF4-FFF2-40B4-BE49-F238E27FC236}">
                <a16:creationId xmlns:a16="http://schemas.microsoft.com/office/drawing/2014/main" id="{83BDF323-FDC3-1742-842C-51A556EB22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0410" y="25749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3" name="Line 57">
            <a:extLst>
              <a:ext uri="{FF2B5EF4-FFF2-40B4-BE49-F238E27FC236}">
                <a16:creationId xmlns:a16="http://schemas.microsoft.com/office/drawing/2014/main" id="{4D63D768-1C7D-914D-A7E5-418A21EAA0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0410" y="31242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4" name="Line 58">
            <a:extLst>
              <a:ext uri="{FF2B5EF4-FFF2-40B4-BE49-F238E27FC236}">
                <a16:creationId xmlns:a16="http://schemas.microsoft.com/office/drawing/2014/main" id="{3A4A646A-83EE-324D-ADB2-680AE2356A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94499" y="1844675"/>
            <a:ext cx="92075" cy="12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5" name="Line 59">
            <a:extLst>
              <a:ext uri="{FF2B5EF4-FFF2-40B4-BE49-F238E27FC236}">
                <a16:creationId xmlns:a16="http://schemas.microsoft.com/office/drawing/2014/main" id="{A7497AB8-9B71-6F4B-A7AF-BB6681F056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24711" y="2392364"/>
            <a:ext cx="93663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6" name="Line 60">
            <a:extLst>
              <a:ext uri="{FF2B5EF4-FFF2-40B4-BE49-F238E27FC236}">
                <a16:creationId xmlns:a16="http://schemas.microsoft.com/office/drawing/2014/main" id="{6972C66B-5AEF-F64D-8913-ABF4F245DA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94499" y="2759075"/>
            <a:ext cx="92075" cy="12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7" name="Line 61">
            <a:extLst>
              <a:ext uri="{FF2B5EF4-FFF2-40B4-BE49-F238E27FC236}">
                <a16:creationId xmlns:a16="http://schemas.microsoft.com/office/drawing/2014/main" id="{EA8D22C2-7E98-BD4A-9E8B-0BD5820CC0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64286" y="2971800"/>
            <a:ext cx="92075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79" name="Rectangle 63">
            <a:extLst>
              <a:ext uri="{FF2B5EF4-FFF2-40B4-BE49-F238E27FC236}">
                <a16:creationId xmlns:a16="http://schemas.microsoft.com/office/drawing/2014/main" id="{5CF8CC96-5D9A-094F-BC46-DD9B0E9A1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9335" y="3962400"/>
            <a:ext cx="338138" cy="18288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0" name="Line 64">
            <a:extLst>
              <a:ext uri="{FF2B5EF4-FFF2-40B4-BE49-F238E27FC236}">
                <a16:creationId xmlns:a16="http://schemas.microsoft.com/office/drawing/2014/main" id="{16C52248-AD13-D94B-B273-4785C0643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41449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1" name="Line 65">
            <a:extLst>
              <a:ext uri="{FF2B5EF4-FFF2-40B4-BE49-F238E27FC236}">
                <a16:creationId xmlns:a16="http://schemas.microsoft.com/office/drawing/2014/main" id="{4833020A-B7F9-0F46-A083-F050D74FC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43275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2" name="Line 66">
            <a:extLst>
              <a:ext uri="{FF2B5EF4-FFF2-40B4-BE49-F238E27FC236}">
                <a16:creationId xmlns:a16="http://schemas.microsoft.com/office/drawing/2014/main" id="{32C5DDF7-FEB2-FE4B-92C2-FE0C1EFEC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45116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3" name="Line 67">
            <a:extLst>
              <a:ext uri="{FF2B5EF4-FFF2-40B4-BE49-F238E27FC236}">
                <a16:creationId xmlns:a16="http://schemas.microsoft.com/office/drawing/2014/main" id="{3082A166-C95C-4B4C-8192-EE2BA716A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46942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4" name="Line 68">
            <a:extLst>
              <a:ext uri="{FF2B5EF4-FFF2-40B4-BE49-F238E27FC236}">
                <a16:creationId xmlns:a16="http://schemas.microsoft.com/office/drawing/2014/main" id="{010A29DE-7C5B-DF41-95AE-5157052C5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4876800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5" name="Line 69">
            <a:extLst>
              <a:ext uri="{FF2B5EF4-FFF2-40B4-BE49-F238E27FC236}">
                <a16:creationId xmlns:a16="http://schemas.microsoft.com/office/drawing/2014/main" id="{9BA6B82B-4050-5A4F-B8A2-D53110FE7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50593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6" name="Line 70">
            <a:extLst>
              <a:ext uri="{FF2B5EF4-FFF2-40B4-BE49-F238E27FC236}">
                <a16:creationId xmlns:a16="http://schemas.microsoft.com/office/drawing/2014/main" id="{D418B4D7-A7CB-234B-9EA2-AE328354A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52419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7" name="Line 71">
            <a:extLst>
              <a:ext uri="{FF2B5EF4-FFF2-40B4-BE49-F238E27FC236}">
                <a16:creationId xmlns:a16="http://schemas.microsoft.com/office/drawing/2014/main" id="{EB622B42-BEE2-F34C-8941-994F8D2B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54260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88" name="Line 72">
            <a:extLst>
              <a:ext uri="{FF2B5EF4-FFF2-40B4-BE49-F238E27FC236}">
                <a16:creationId xmlns:a16="http://schemas.microsoft.com/office/drawing/2014/main" id="{01FDB84E-693F-F840-882C-F0CC1FF5B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9335" y="56086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90" name="Rectangle 74">
            <a:extLst>
              <a:ext uri="{FF2B5EF4-FFF2-40B4-BE49-F238E27FC236}">
                <a16:creationId xmlns:a16="http://schemas.microsoft.com/office/drawing/2014/main" id="{3C12DE83-42C8-F944-8093-021171BD8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9335" y="43275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91" name="Rectangle 75">
            <a:extLst>
              <a:ext uri="{FF2B5EF4-FFF2-40B4-BE49-F238E27FC236}">
                <a16:creationId xmlns:a16="http://schemas.microsoft.com/office/drawing/2014/main" id="{74738C0F-AF40-C94F-B641-AE961ABF9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9335" y="4876801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92" name="Rectangle 76">
            <a:extLst>
              <a:ext uri="{FF2B5EF4-FFF2-40B4-BE49-F238E27FC236}">
                <a16:creationId xmlns:a16="http://schemas.microsoft.com/office/drawing/2014/main" id="{07B7D068-E1D0-2B47-BFB4-5000E7F5A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9335" y="52419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93" name="Rectangle 77">
            <a:extLst>
              <a:ext uri="{FF2B5EF4-FFF2-40B4-BE49-F238E27FC236}">
                <a16:creationId xmlns:a16="http://schemas.microsoft.com/office/drawing/2014/main" id="{9760DCD5-4F84-4D47-B6B7-523D8EA8F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9335" y="5426076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98" name="Line 82">
            <a:extLst>
              <a:ext uri="{FF2B5EF4-FFF2-40B4-BE49-F238E27FC236}">
                <a16:creationId xmlns:a16="http://schemas.microsoft.com/office/drawing/2014/main" id="{85FFE1CB-9247-BF41-B691-8D604402D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872135" y="29718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99" name="Line 83">
            <a:extLst>
              <a:ext uri="{FF2B5EF4-FFF2-40B4-BE49-F238E27FC236}">
                <a16:creationId xmlns:a16="http://schemas.microsoft.com/office/drawing/2014/main" id="{BDEDC7B1-5344-5147-B654-84229F5906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75398" y="49688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0" name="Line 84">
            <a:extLst>
              <a:ext uri="{FF2B5EF4-FFF2-40B4-BE49-F238E27FC236}">
                <a16:creationId xmlns:a16="http://schemas.microsoft.com/office/drawing/2014/main" id="{5F37B4A2-EC13-CF48-89D0-41929D297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75398" y="53340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4" name="Line 88">
            <a:extLst>
              <a:ext uri="{FF2B5EF4-FFF2-40B4-BE49-F238E27FC236}">
                <a16:creationId xmlns:a16="http://schemas.microsoft.com/office/drawing/2014/main" id="{73F7B3D7-1F5A-A94C-9507-13E125938B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1410" y="3992564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5" name="Line 89">
            <a:extLst>
              <a:ext uri="{FF2B5EF4-FFF2-40B4-BE49-F238E27FC236}">
                <a16:creationId xmlns:a16="http://schemas.microsoft.com/office/drawing/2014/main" id="{768F40B0-07DA-E44E-BF1C-80101D4917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1410" y="41751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6" name="Line 90">
            <a:extLst>
              <a:ext uri="{FF2B5EF4-FFF2-40B4-BE49-F238E27FC236}">
                <a16:creationId xmlns:a16="http://schemas.microsoft.com/office/drawing/2014/main" id="{5690A42E-A1A8-1C41-87A4-BBE989B23F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1410" y="4541839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7" name="Line 91">
            <a:extLst>
              <a:ext uri="{FF2B5EF4-FFF2-40B4-BE49-F238E27FC236}">
                <a16:creationId xmlns:a16="http://schemas.microsoft.com/office/drawing/2014/main" id="{9DFCB26F-F147-974C-AB20-91D359FB1F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1410" y="47244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8" name="Line 92">
            <a:extLst>
              <a:ext uri="{FF2B5EF4-FFF2-40B4-BE49-F238E27FC236}">
                <a16:creationId xmlns:a16="http://schemas.microsoft.com/office/drawing/2014/main" id="{1C67BFC9-CB1F-0140-B5A6-2209929539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1410" y="50895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09" name="Line 93">
            <a:extLst>
              <a:ext uri="{FF2B5EF4-FFF2-40B4-BE49-F238E27FC236}">
                <a16:creationId xmlns:a16="http://schemas.microsoft.com/office/drawing/2014/main" id="{FC5CF7CA-6B41-7C4B-8025-43AF419689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1410" y="56388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1" name="Line 95">
            <a:extLst>
              <a:ext uri="{FF2B5EF4-FFF2-40B4-BE49-F238E27FC236}">
                <a16:creationId xmlns:a16="http://schemas.microsoft.com/office/drawing/2014/main" id="{5F2DFEA5-5BA2-6D48-9F82-F1AFF1E2B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9872135" y="28194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2" name="Line 96">
            <a:extLst>
              <a:ext uri="{FF2B5EF4-FFF2-40B4-BE49-F238E27FC236}">
                <a16:creationId xmlns:a16="http://schemas.microsoft.com/office/drawing/2014/main" id="{A041E10E-A8D9-0E46-AE6A-611631BA2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7373" y="276701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3" name="Line 97">
            <a:extLst>
              <a:ext uri="{FF2B5EF4-FFF2-40B4-BE49-F238E27FC236}">
                <a16:creationId xmlns:a16="http://schemas.microsoft.com/office/drawing/2014/main" id="{E2E5B790-CE3A-EA40-A57B-300593898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7373" y="25193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4" name="Line 98">
            <a:extLst>
              <a:ext uri="{FF2B5EF4-FFF2-40B4-BE49-F238E27FC236}">
                <a16:creationId xmlns:a16="http://schemas.microsoft.com/office/drawing/2014/main" id="{70A34847-A8D4-E44F-AB21-E2AF35B0A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2610" y="24669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6" name="Line 100">
            <a:extLst>
              <a:ext uri="{FF2B5EF4-FFF2-40B4-BE49-F238E27FC236}">
                <a16:creationId xmlns:a16="http://schemas.microsoft.com/office/drawing/2014/main" id="{4F5A0EA7-8FBD-5742-B223-7DA4F7E19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7373" y="24050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7" name="Line 101">
            <a:extLst>
              <a:ext uri="{FF2B5EF4-FFF2-40B4-BE49-F238E27FC236}">
                <a16:creationId xmlns:a16="http://schemas.microsoft.com/office/drawing/2014/main" id="{816B0309-C962-6B4E-AE35-B18A88AF4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7373" y="192405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18" name="Line 102">
            <a:extLst>
              <a:ext uri="{FF2B5EF4-FFF2-40B4-BE49-F238E27FC236}">
                <a16:creationId xmlns:a16="http://schemas.microsoft.com/office/drawing/2014/main" id="{1A673159-E588-194D-BC9A-A126B5291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2610" y="18716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1" name="Line 105">
            <a:extLst>
              <a:ext uri="{FF2B5EF4-FFF2-40B4-BE49-F238E27FC236}">
                <a16:creationId xmlns:a16="http://schemas.microsoft.com/office/drawing/2014/main" id="{874A7795-51EB-0140-B03A-7816603BA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8373" y="54768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2" name="Line 106">
            <a:extLst>
              <a:ext uri="{FF2B5EF4-FFF2-40B4-BE49-F238E27FC236}">
                <a16:creationId xmlns:a16="http://schemas.microsoft.com/office/drawing/2014/main" id="{5C0B5E11-E4D7-FC4D-BF12-90B13FDE1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8373" y="53244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3" name="Line 107">
            <a:extLst>
              <a:ext uri="{FF2B5EF4-FFF2-40B4-BE49-F238E27FC236}">
                <a16:creationId xmlns:a16="http://schemas.microsoft.com/office/drawing/2014/main" id="{CF6416DE-35B4-9D48-AF32-E6D89C7D2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3610" y="527208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4" name="Line 108">
            <a:extLst>
              <a:ext uri="{FF2B5EF4-FFF2-40B4-BE49-F238E27FC236}">
                <a16:creationId xmlns:a16="http://schemas.microsoft.com/office/drawing/2014/main" id="{B5AAFE81-836F-2247-8243-5FEE62C38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3610" y="502443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5" name="Line 109">
            <a:extLst>
              <a:ext uri="{FF2B5EF4-FFF2-40B4-BE49-F238E27FC236}">
                <a16:creationId xmlns:a16="http://schemas.microsoft.com/office/drawing/2014/main" id="{C48906B8-1FF3-5D41-AB2F-57FCCCA44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38848" y="497205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6" name="Line 110">
            <a:extLst>
              <a:ext uri="{FF2B5EF4-FFF2-40B4-BE49-F238E27FC236}">
                <a16:creationId xmlns:a16="http://schemas.microsoft.com/office/drawing/2014/main" id="{49A99398-A2B4-D64C-A776-6CB8D9279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3610" y="491013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7" name="Line 111">
            <a:extLst>
              <a:ext uri="{FF2B5EF4-FFF2-40B4-BE49-F238E27FC236}">
                <a16:creationId xmlns:a16="http://schemas.microsoft.com/office/drawing/2014/main" id="{4078CA8B-3E47-4B46-A7E9-8B6238A5C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3610" y="442912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28" name="Line 112">
            <a:extLst>
              <a:ext uri="{FF2B5EF4-FFF2-40B4-BE49-F238E27FC236}">
                <a16:creationId xmlns:a16="http://schemas.microsoft.com/office/drawing/2014/main" id="{4AC5F9B8-6DCB-724F-ACCB-3F85956D1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38848" y="437673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30" name="Rectangle 114">
            <a:extLst>
              <a:ext uri="{FF2B5EF4-FFF2-40B4-BE49-F238E27FC236}">
                <a16:creationId xmlns:a16="http://schemas.microsoft.com/office/drawing/2014/main" id="{5ABA6523-C7AF-7E4C-91B6-EED8B2F3F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5535" y="4495800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31" name="Rectangle 115">
            <a:extLst>
              <a:ext uri="{FF2B5EF4-FFF2-40B4-BE49-F238E27FC236}">
                <a16:creationId xmlns:a16="http://schemas.microsoft.com/office/drawing/2014/main" id="{E47FEC10-DBCF-DC4F-AAFF-4AC4436A3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774" y="5048251"/>
            <a:ext cx="338137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34" name="Freeform 118">
            <a:extLst>
              <a:ext uri="{FF2B5EF4-FFF2-40B4-BE49-F238E27FC236}">
                <a16:creationId xmlns:a16="http://schemas.microsoft.com/office/drawing/2014/main" id="{001DDFA7-A400-7047-93CB-935A20A15095}"/>
              </a:ext>
            </a:extLst>
          </p:cNvPr>
          <p:cNvSpPr>
            <a:spLocks/>
          </p:cNvSpPr>
          <p:nvPr/>
        </p:nvSpPr>
        <p:spPr bwMode="auto">
          <a:xfrm>
            <a:off x="10653186" y="4391026"/>
            <a:ext cx="161925" cy="150813"/>
          </a:xfrm>
          <a:custGeom>
            <a:avLst/>
            <a:gdLst>
              <a:gd name="T0" fmla="*/ 0 w 102"/>
              <a:gd name="T1" fmla="*/ 3 h 95"/>
              <a:gd name="T2" fmla="*/ 57 w 102"/>
              <a:gd name="T3" fmla="*/ 6 h 95"/>
              <a:gd name="T4" fmla="*/ 93 w 102"/>
              <a:gd name="T5" fmla="*/ 24 h 95"/>
              <a:gd name="T6" fmla="*/ 99 w 102"/>
              <a:gd name="T7" fmla="*/ 42 h 95"/>
              <a:gd name="T8" fmla="*/ 102 w 102"/>
              <a:gd name="T9" fmla="*/ 51 h 95"/>
              <a:gd name="T10" fmla="*/ 81 w 102"/>
              <a:gd name="T11" fmla="*/ 84 h 95"/>
              <a:gd name="T12" fmla="*/ 63 w 102"/>
              <a:gd name="T13" fmla="*/ 9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2" h="95">
                <a:moveTo>
                  <a:pt x="0" y="3"/>
                </a:moveTo>
                <a:cubicBezTo>
                  <a:pt x="24" y="1"/>
                  <a:pt x="35" y="0"/>
                  <a:pt x="57" y="6"/>
                </a:cubicBezTo>
                <a:cubicBezTo>
                  <a:pt x="70" y="10"/>
                  <a:pt x="93" y="24"/>
                  <a:pt x="93" y="24"/>
                </a:cubicBezTo>
                <a:cubicBezTo>
                  <a:pt x="95" y="30"/>
                  <a:pt x="97" y="36"/>
                  <a:pt x="99" y="42"/>
                </a:cubicBezTo>
                <a:cubicBezTo>
                  <a:pt x="100" y="45"/>
                  <a:pt x="102" y="51"/>
                  <a:pt x="102" y="51"/>
                </a:cubicBezTo>
                <a:cubicBezTo>
                  <a:pt x="94" y="63"/>
                  <a:pt x="95" y="77"/>
                  <a:pt x="81" y="84"/>
                </a:cubicBezTo>
                <a:cubicBezTo>
                  <a:pt x="77" y="86"/>
                  <a:pt x="63" y="95"/>
                  <a:pt x="63" y="9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335" name="Freeform 119">
            <a:extLst>
              <a:ext uri="{FF2B5EF4-FFF2-40B4-BE49-F238E27FC236}">
                <a16:creationId xmlns:a16="http://schemas.microsoft.com/office/drawing/2014/main" id="{1FD2A84C-1149-A549-9DBF-4271BAD397F9}"/>
              </a:ext>
            </a:extLst>
          </p:cNvPr>
          <p:cNvSpPr>
            <a:spLocks/>
          </p:cNvSpPr>
          <p:nvPr/>
        </p:nvSpPr>
        <p:spPr bwMode="auto">
          <a:xfrm>
            <a:off x="10667473" y="5006976"/>
            <a:ext cx="139700" cy="98425"/>
          </a:xfrm>
          <a:custGeom>
            <a:avLst/>
            <a:gdLst>
              <a:gd name="T0" fmla="*/ 0 w 88"/>
              <a:gd name="T1" fmla="*/ 5 h 62"/>
              <a:gd name="T2" fmla="*/ 39 w 88"/>
              <a:gd name="T3" fmla="*/ 5 h 62"/>
              <a:gd name="T4" fmla="*/ 57 w 88"/>
              <a:gd name="T5" fmla="*/ 11 h 62"/>
              <a:gd name="T6" fmla="*/ 45 w 88"/>
              <a:gd name="T7" fmla="*/ 6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62">
                <a:moveTo>
                  <a:pt x="0" y="5"/>
                </a:moveTo>
                <a:cubicBezTo>
                  <a:pt x="19" y="1"/>
                  <a:pt x="16" y="0"/>
                  <a:pt x="39" y="5"/>
                </a:cubicBezTo>
                <a:cubicBezTo>
                  <a:pt x="45" y="6"/>
                  <a:pt x="57" y="11"/>
                  <a:pt x="57" y="11"/>
                </a:cubicBezTo>
                <a:cubicBezTo>
                  <a:pt x="88" y="42"/>
                  <a:pt x="65" y="42"/>
                  <a:pt x="45" y="62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grpSp>
        <p:nvGrpSpPr>
          <p:cNvPr id="9339" name="Group 123">
            <a:extLst>
              <a:ext uri="{FF2B5EF4-FFF2-40B4-BE49-F238E27FC236}">
                <a16:creationId xmlns:a16="http://schemas.microsoft.com/office/drawing/2014/main" id="{277C3185-EDD4-B14F-9658-2D7DEF4E672C}"/>
              </a:ext>
            </a:extLst>
          </p:cNvPr>
          <p:cNvGrpSpPr>
            <a:grpSpLocks/>
          </p:cNvGrpSpPr>
          <p:nvPr/>
        </p:nvGrpSpPr>
        <p:grpSpPr bwMode="auto">
          <a:xfrm>
            <a:off x="10400773" y="4924425"/>
            <a:ext cx="442912" cy="858838"/>
            <a:chOff x="4653" y="3102"/>
            <a:chExt cx="279" cy="541"/>
          </a:xfrm>
        </p:grpSpPr>
        <p:sp>
          <p:nvSpPr>
            <p:cNvPr id="9332" name="Rectangle 116">
              <a:extLst>
                <a:ext uri="{FF2B5EF4-FFF2-40B4-BE49-F238E27FC236}">
                  <a16:creationId xmlns:a16="http://schemas.microsoft.com/office/drawing/2014/main" id="{9D1749D3-34C6-0C4A-B25B-7D21524F8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" y="3528"/>
              <a:ext cx="213" cy="11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L"/>
            </a:p>
          </p:txBody>
        </p:sp>
        <p:sp>
          <p:nvSpPr>
            <p:cNvPr id="9336" name="Freeform 120">
              <a:extLst>
                <a:ext uri="{FF2B5EF4-FFF2-40B4-BE49-F238E27FC236}">
                  <a16:creationId xmlns:a16="http://schemas.microsoft.com/office/drawing/2014/main" id="{88958DB0-3948-8D4D-8D6F-0685048BD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3102"/>
              <a:ext cx="108" cy="486"/>
            </a:xfrm>
            <a:custGeom>
              <a:avLst/>
              <a:gdLst>
                <a:gd name="T0" fmla="*/ 0 w 108"/>
                <a:gd name="T1" fmla="*/ 6 h 486"/>
                <a:gd name="T2" fmla="*/ 78 w 108"/>
                <a:gd name="T3" fmla="*/ 30 h 486"/>
                <a:gd name="T4" fmla="*/ 87 w 108"/>
                <a:gd name="T5" fmla="*/ 66 h 486"/>
                <a:gd name="T6" fmla="*/ 96 w 108"/>
                <a:gd name="T7" fmla="*/ 93 h 486"/>
                <a:gd name="T8" fmla="*/ 99 w 108"/>
                <a:gd name="T9" fmla="*/ 123 h 486"/>
                <a:gd name="T10" fmla="*/ 78 w 108"/>
                <a:gd name="T11" fmla="*/ 219 h 486"/>
                <a:gd name="T12" fmla="*/ 51 w 108"/>
                <a:gd name="T13" fmla="*/ 240 h 486"/>
                <a:gd name="T14" fmla="*/ 81 w 108"/>
                <a:gd name="T15" fmla="*/ 303 h 486"/>
                <a:gd name="T16" fmla="*/ 75 w 108"/>
                <a:gd name="T17" fmla="*/ 342 h 486"/>
                <a:gd name="T18" fmla="*/ 48 w 108"/>
                <a:gd name="T19" fmla="*/ 363 h 486"/>
                <a:gd name="T20" fmla="*/ 75 w 108"/>
                <a:gd name="T21" fmla="*/ 378 h 486"/>
                <a:gd name="T22" fmla="*/ 81 w 108"/>
                <a:gd name="T23" fmla="*/ 396 h 486"/>
                <a:gd name="T24" fmla="*/ 69 w 108"/>
                <a:gd name="T25" fmla="*/ 471 h 486"/>
                <a:gd name="T26" fmla="*/ 48 w 108"/>
                <a:gd name="T27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486">
                  <a:moveTo>
                    <a:pt x="0" y="6"/>
                  </a:moveTo>
                  <a:cubicBezTo>
                    <a:pt x="29" y="0"/>
                    <a:pt x="57" y="9"/>
                    <a:pt x="78" y="30"/>
                  </a:cubicBezTo>
                  <a:cubicBezTo>
                    <a:pt x="94" y="79"/>
                    <a:pt x="75" y="18"/>
                    <a:pt x="87" y="66"/>
                  </a:cubicBezTo>
                  <a:cubicBezTo>
                    <a:pt x="89" y="75"/>
                    <a:pt x="96" y="93"/>
                    <a:pt x="96" y="93"/>
                  </a:cubicBezTo>
                  <a:cubicBezTo>
                    <a:pt x="88" y="116"/>
                    <a:pt x="86" y="106"/>
                    <a:pt x="99" y="123"/>
                  </a:cubicBezTo>
                  <a:cubicBezTo>
                    <a:pt x="108" y="150"/>
                    <a:pt x="94" y="195"/>
                    <a:pt x="78" y="219"/>
                  </a:cubicBezTo>
                  <a:cubicBezTo>
                    <a:pt x="72" y="228"/>
                    <a:pt x="51" y="240"/>
                    <a:pt x="51" y="240"/>
                  </a:cubicBezTo>
                  <a:cubicBezTo>
                    <a:pt x="71" y="247"/>
                    <a:pt x="77" y="283"/>
                    <a:pt x="81" y="303"/>
                  </a:cubicBezTo>
                  <a:cubicBezTo>
                    <a:pt x="80" y="316"/>
                    <a:pt x="82" y="331"/>
                    <a:pt x="75" y="342"/>
                  </a:cubicBezTo>
                  <a:cubicBezTo>
                    <a:pt x="69" y="351"/>
                    <a:pt x="48" y="363"/>
                    <a:pt x="48" y="363"/>
                  </a:cubicBezTo>
                  <a:cubicBezTo>
                    <a:pt x="60" y="366"/>
                    <a:pt x="70" y="366"/>
                    <a:pt x="75" y="378"/>
                  </a:cubicBezTo>
                  <a:cubicBezTo>
                    <a:pt x="78" y="384"/>
                    <a:pt x="81" y="396"/>
                    <a:pt x="81" y="396"/>
                  </a:cubicBezTo>
                  <a:cubicBezTo>
                    <a:pt x="81" y="401"/>
                    <a:pt x="81" y="459"/>
                    <a:pt x="69" y="471"/>
                  </a:cubicBezTo>
                  <a:cubicBezTo>
                    <a:pt x="62" y="478"/>
                    <a:pt x="55" y="479"/>
                    <a:pt x="48" y="486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L"/>
            </a:p>
          </p:txBody>
        </p:sp>
      </p:grpSp>
      <p:grpSp>
        <p:nvGrpSpPr>
          <p:cNvPr id="9338" name="Group 122">
            <a:extLst>
              <a:ext uri="{FF2B5EF4-FFF2-40B4-BE49-F238E27FC236}">
                <a16:creationId xmlns:a16="http://schemas.microsoft.com/office/drawing/2014/main" id="{4FCA1606-4B12-A444-A74B-AE472431B29F}"/>
              </a:ext>
            </a:extLst>
          </p:cNvPr>
          <p:cNvGrpSpPr>
            <a:grpSpLocks/>
          </p:cNvGrpSpPr>
          <p:nvPr/>
        </p:nvGrpSpPr>
        <p:grpSpPr bwMode="auto">
          <a:xfrm>
            <a:off x="10400774" y="3929063"/>
            <a:ext cx="655637" cy="1695450"/>
            <a:chOff x="4653" y="2475"/>
            <a:chExt cx="413" cy="1068"/>
          </a:xfrm>
        </p:grpSpPr>
        <p:sp>
          <p:nvSpPr>
            <p:cNvPr id="9333" name="Rectangle 117">
              <a:extLst>
                <a:ext uri="{FF2B5EF4-FFF2-40B4-BE49-F238E27FC236}">
                  <a16:creationId xmlns:a16="http://schemas.microsoft.com/office/drawing/2014/main" id="{477C2579-6336-1348-B390-1113712D7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" y="2475"/>
              <a:ext cx="213" cy="11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L"/>
            </a:p>
          </p:txBody>
        </p:sp>
        <p:sp>
          <p:nvSpPr>
            <p:cNvPr id="9337" name="Freeform 121">
              <a:extLst>
                <a:ext uri="{FF2B5EF4-FFF2-40B4-BE49-F238E27FC236}">
                  <a16:creationId xmlns:a16="http://schemas.microsoft.com/office/drawing/2014/main" id="{4E9F4D45-5C82-0B48-90CE-E5C3D6D96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592"/>
              <a:ext cx="239" cy="951"/>
            </a:xfrm>
            <a:custGeom>
              <a:avLst/>
              <a:gdLst>
                <a:gd name="T0" fmla="*/ 0 w 239"/>
                <a:gd name="T1" fmla="*/ 804 h 951"/>
                <a:gd name="T2" fmla="*/ 36 w 239"/>
                <a:gd name="T3" fmla="*/ 834 h 951"/>
                <a:gd name="T4" fmla="*/ 9 w 239"/>
                <a:gd name="T5" fmla="*/ 879 h 951"/>
                <a:gd name="T6" fmla="*/ 36 w 239"/>
                <a:gd name="T7" fmla="*/ 897 h 951"/>
                <a:gd name="T8" fmla="*/ 48 w 239"/>
                <a:gd name="T9" fmla="*/ 915 h 951"/>
                <a:gd name="T10" fmla="*/ 54 w 239"/>
                <a:gd name="T11" fmla="*/ 924 h 951"/>
                <a:gd name="T12" fmla="*/ 57 w 239"/>
                <a:gd name="T13" fmla="*/ 951 h 951"/>
                <a:gd name="T14" fmla="*/ 207 w 239"/>
                <a:gd name="T15" fmla="*/ 777 h 951"/>
                <a:gd name="T16" fmla="*/ 225 w 239"/>
                <a:gd name="T17" fmla="*/ 711 h 951"/>
                <a:gd name="T18" fmla="*/ 237 w 239"/>
                <a:gd name="T19" fmla="*/ 636 h 951"/>
                <a:gd name="T20" fmla="*/ 225 w 239"/>
                <a:gd name="T21" fmla="*/ 348 h 951"/>
                <a:gd name="T22" fmla="*/ 198 w 239"/>
                <a:gd name="T23" fmla="*/ 198 h 951"/>
                <a:gd name="T24" fmla="*/ 78 w 239"/>
                <a:gd name="T25" fmla="*/ 24 h 951"/>
                <a:gd name="T26" fmla="*/ 60 w 239"/>
                <a:gd name="T27" fmla="*/ 0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9" h="951">
                  <a:moveTo>
                    <a:pt x="0" y="804"/>
                  </a:moveTo>
                  <a:cubicBezTo>
                    <a:pt x="19" y="811"/>
                    <a:pt x="29" y="814"/>
                    <a:pt x="36" y="834"/>
                  </a:cubicBezTo>
                  <a:cubicBezTo>
                    <a:pt x="30" y="852"/>
                    <a:pt x="23" y="865"/>
                    <a:pt x="9" y="879"/>
                  </a:cubicBezTo>
                  <a:cubicBezTo>
                    <a:pt x="20" y="883"/>
                    <a:pt x="29" y="888"/>
                    <a:pt x="36" y="897"/>
                  </a:cubicBezTo>
                  <a:cubicBezTo>
                    <a:pt x="40" y="903"/>
                    <a:pt x="44" y="909"/>
                    <a:pt x="48" y="915"/>
                  </a:cubicBezTo>
                  <a:cubicBezTo>
                    <a:pt x="50" y="918"/>
                    <a:pt x="54" y="924"/>
                    <a:pt x="54" y="924"/>
                  </a:cubicBezTo>
                  <a:cubicBezTo>
                    <a:pt x="47" y="946"/>
                    <a:pt x="44" y="938"/>
                    <a:pt x="57" y="951"/>
                  </a:cubicBezTo>
                  <a:cubicBezTo>
                    <a:pt x="152" y="927"/>
                    <a:pt x="176" y="860"/>
                    <a:pt x="207" y="777"/>
                  </a:cubicBezTo>
                  <a:cubicBezTo>
                    <a:pt x="215" y="755"/>
                    <a:pt x="215" y="732"/>
                    <a:pt x="225" y="711"/>
                  </a:cubicBezTo>
                  <a:cubicBezTo>
                    <a:pt x="230" y="686"/>
                    <a:pt x="232" y="661"/>
                    <a:pt x="237" y="636"/>
                  </a:cubicBezTo>
                  <a:cubicBezTo>
                    <a:pt x="235" y="573"/>
                    <a:pt x="239" y="431"/>
                    <a:pt x="225" y="348"/>
                  </a:cubicBezTo>
                  <a:cubicBezTo>
                    <a:pt x="221" y="299"/>
                    <a:pt x="217" y="244"/>
                    <a:pt x="198" y="198"/>
                  </a:cubicBezTo>
                  <a:cubicBezTo>
                    <a:pt x="185" y="121"/>
                    <a:pt x="130" y="76"/>
                    <a:pt x="78" y="24"/>
                  </a:cubicBezTo>
                  <a:cubicBezTo>
                    <a:pt x="71" y="17"/>
                    <a:pt x="67" y="7"/>
                    <a:pt x="60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L"/>
            </a:p>
          </p:txBody>
        </p:sp>
      </p:grpSp>
      <p:sp>
        <p:nvSpPr>
          <p:cNvPr id="110" name="Slide Number Placeholder 3">
            <a:extLst>
              <a:ext uri="{FF2B5EF4-FFF2-40B4-BE49-F238E27FC236}">
                <a16:creationId xmlns:a16="http://schemas.microsoft.com/office/drawing/2014/main" id="{715C2027-2673-4446-AF8C-DAB79F17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9</a:t>
            </a:fld>
            <a:endParaRPr lang="en-IL" dirty="0"/>
          </a:p>
        </p:txBody>
      </p:sp>
      <p:sp>
        <p:nvSpPr>
          <p:cNvPr id="111" name="Footer Placeholder 4">
            <a:extLst>
              <a:ext uri="{FF2B5EF4-FFF2-40B4-BE49-F238E27FC236}">
                <a16:creationId xmlns:a16="http://schemas.microsoft.com/office/drawing/2014/main" id="{3EB655DD-09CB-764B-BB10-5E6EEC3BC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7730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3DD095E-695D-854D-A003-BE5755A68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6928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Collision Resolution by Chaining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83B6465-67A5-8A4A-BA10-FB73AB27D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447800"/>
            <a:ext cx="838200" cy="457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2" name="Line 4">
            <a:extLst>
              <a:ext uri="{FF2B5EF4-FFF2-40B4-BE49-F238E27FC236}">
                <a16:creationId xmlns:a16="http://schemas.microsoft.com/office/drawing/2014/main" id="{7687A65F-AE83-E447-9292-485FE3315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905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3" name="Line 5">
            <a:extLst>
              <a:ext uri="{FF2B5EF4-FFF2-40B4-BE49-F238E27FC236}">
                <a16:creationId xmlns:a16="http://schemas.microsoft.com/office/drawing/2014/main" id="{CC26F5A4-C8D0-A244-9A66-7A860BF98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3622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4" name="Line 6">
            <a:extLst>
              <a:ext uri="{FF2B5EF4-FFF2-40B4-BE49-F238E27FC236}">
                <a16:creationId xmlns:a16="http://schemas.microsoft.com/office/drawing/2014/main" id="{FFA1F151-1631-874D-91E1-93F92D44D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819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5" name="Line 7">
            <a:extLst>
              <a:ext uri="{FF2B5EF4-FFF2-40B4-BE49-F238E27FC236}">
                <a16:creationId xmlns:a16="http://schemas.microsoft.com/office/drawing/2014/main" id="{8E61FF3A-A84F-D945-85F9-B3B2E1288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6" name="Line 8">
            <a:extLst>
              <a:ext uri="{FF2B5EF4-FFF2-40B4-BE49-F238E27FC236}">
                <a16:creationId xmlns:a16="http://schemas.microsoft.com/office/drawing/2014/main" id="{E8E27491-A59F-1943-89F8-DFF6C282C5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7338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7" name="Line 9">
            <a:extLst>
              <a:ext uri="{FF2B5EF4-FFF2-40B4-BE49-F238E27FC236}">
                <a16:creationId xmlns:a16="http://schemas.microsoft.com/office/drawing/2014/main" id="{0BF88DB3-41FE-CC48-B55F-D2498CF88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191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8" name="Line 10">
            <a:extLst>
              <a:ext uri="{FF2B5EF4-FFF2-40B4-BE49-F238E27FC236}">
                <a16:creationId xmlns:a16="http://schemas.microsoft.com/office/drawing/2014/main" id="{CD7C8E14-A12C-4D42-9BCD-DEFA989B9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6482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19" name="Line 11">
            <a:extLst>
              <a:ext uri="{FF2B5EF4-FFF2-40B4-BE49-F238E27FC236}">
                <a16:creationId xmlns:a16="http://schemas.microsoft.com/office/drawing/2014/main" id="{CA655AB1-4BB0-B044-BBBC-BADF8BA98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105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20" name="Line 12">
            <a:extLst>
              <a:ext uri="{FF2B5EF4-FFF2-40B4-BE49-F238E27FC236}">
                <a16:creationId xmlns:a16="http://schemas.microsoft.com/office/drawing/2014/main" id="{5AFCED8E-4D2F-6847-A1AB-14CDB83EF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562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21" name="Text Box 13">
            <a:extLst>
              <a:ext uri="{FF2B5EF4-FFF2-40B4-BE49-F238E27FC236}">
                <a16:creationId xmlns:a16="http://schemas.microsoft.com/office/drawing/2014/main" id="{A6756E88-6C5B-0A41-8090-DECA57087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524000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/>
              <a:t>0</a:t>
            </a:r>
          </a:p>
        </p:txBody>
      </p:sp>
      <p:sp>
        <p:nvSpPr>
          <p:cNvPr id="43022" name="Text Box 14">
            <a:extLst>
              <a:ext uri="{FF2B5EF4-FFF2-40B4-BE49-F238E27FC236}">
                <a16:creationId xmlns:a16="http://schemas.microsoft.com/office/drawing/2014/main" id="{0222DA96-8153-234A-B3E4-1E924560A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5562600"/>
            <a:ext cx="6463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m</a:t>
            </a:r>
            <a:r>
              <a:rPr lang="en-US" altLang="en-IL" sz="2000"/>
              <a:t>–1</a:t>
            </a:r>
            <a:endParaRPr lang="en-US" altLang="en-IL" sz="2000" i="1"/>
          </a:p>
        </p:txBody>
      </p:sp>
      <p:sp>
        <p:nvSpPr>
          <p:cNvPr id="43023" name="Text Box 15">
            <a:extLst>
              <a:ext uri="{FF2B5EF4-FFF2-40B4-BE49-F238E27FC236}">
                <a16:creationId xmlns:a16="http://schemas.microsoft.com/office/drawing/2014/main" id="{684ADA50-1820-834A-8B50-2A86827B0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362201"/>
            <a:ext cx="1308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1</a:t>
            </a:r>
            <a:r>
              <a:rPr lang="en-US" altLang="en-IL" sz="2000"/>
              <a:t>)=</a:t>
            </a:r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4</a:t>
            </a:r>
            <a:r>
              <a:rPr lang="en-US" altLang="en-IL" sz="2000"/>
              <a:t>)</a:t>
            </a:r>
          </a:p>
        </p:txBody>
      </p:sp>
      <p:sp>
        <p:nvSpPr>
          <p:cNvPr id="43025" name="Text Box 17">
            <a:extLst>
              <a:ext uri="{FF2B5EF4-FFF2-40B4-BE49-F238E27FC236}">
                <a16:creationId xmlns:a16="http://schemas.microsoft.com/office/drawing/2014/main" id="{616E8108-A6FC-8B43-A196-9AD5F260E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3733801"/>
            <a:ext cx="1941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2</a:t>
            </a:r>
            <a:r>
              <a:rPr lang="en-US" altLang="en-IL" sz="2000"/>
              <a:t>)=</a:t>
            </a:r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5</a:t>
            </a:r>
            <a:r>
              <a:rPr lang="en-US" altLang="en-IL" sz="2000"/>
              <a:t>)=</a:t>
            </a:r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6</a:t>
            </a:r>
            <a:r>
              <a:rPr lang="en-US" altLang="en-IL" sz="2000"/>
              <a:t>)</a:t>
            </a:r>
          </a:p>
        </p:txBody>
      </p:sp>
      <p:sp>
        <p:nvSpPr>
          <p:cNvPr id="43026" name="Text Box 18">
            <a:extLst>
              <a:ext uri="{FF2B5EF4-FFF2-40B4-BE49-F238E27FC236}">
                <a16:creationId xmlns:a16="http://schemas.microsoft.com/office/drawing/2014/main" id="{9F3A838E-79AC-4341-BA57-B9DBBC166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648201"/>
            <a:ext cx="1308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3</a:t>
            </a:r>
            <a:r>
              <a:rPr lang="en-US" altLang="en-IL" sz="2000"/>
              <a:t>)=</a:t>
            </a:r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7</a:t>
            </a:r>
            <a:r>
              <a:rPr lang="en-US" altLang="en-IL" sz="2000"/>
              <a:t>)</a:t>
            </a:r>
          </a:p>
        </p:txBody>
      </p:sp>
      <p:sp>
        <p:nvSpPr>
          <p:cNvPr id="43027" name="Rectangle 19">
            <a:extLst>
              <a:ext uri="{FF2B5EF4-FFF2-40B4-BE49-F238E27FC236}">
                <a16:creationId xmlns:a16="http://schemas.microsoft.com/office/drawing/2014/main" id="{3179AD97-7922-7C4C-BCBF-7B1FA3A2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3622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29" name="Rectangle 21">
            <a:extLst>
              <a:ext uri="{FF2B5EF4-FFF2-40B4-BE49-F238E27FC236}">
                <a16:creationId xmlns:a16="http://schemas.microsoft.com/office/drawing/2014/main" id="{E25C1310-AB75-0B4F-9360-BA53AB2A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7338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30" name="Rectangle 22">
            <a:extLst>
              <a:ext uri="{FF2B5EF4-FFF2-40B4-BE49-F238E27FC236}">
                <a16:creationId xmlns:a16="http://schemas.microsoft.com/office/drawing/2014/main" id="{50074C8A-4A00-304D-9815-2DA398552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482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31" name="Oval 23">
            <a:extLst>
              <a:ext uri="{FF2B5EF4-FFF2-40B4-BE49-F238E27FC236}">
                <a16:creationId xmlns:a16="http://schemas.microsoft.com/office/drawing/2014/main" id="{3719E336-CAC1-C349-8864-9183E4100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371600"/>
            <a:ext cx="3733800" cy="37338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 altLang="en-IL"/>
          </a:p>
        </p:txBody>
      </p:sp>
      <p:sp>
        <p:nvSpPr>
          <p:cNvPr id="43032" name="Oval 24">
            <a:extLst>
              <a:ext uri="{FF2B5EF4-FFF2-40B4-BE49-F238E27FC236}">
                <a16:creationId xmlns:a16="http://schemas.microsoft.com/office/drawing/2014/main" id="{FE997C68-A7EC-D543-86AE-04404B37B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71800"/>
            <a:ext cx="2667000" cy="1828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IL" altLang="en-IL"/>
          </a:p>
        </p:txBody>
      </p:sp>
      <p:sp>
        <p:nvSpPr>
          <p:cNvPr id="43033" name="Text Box 25">
            <a:extLst>
              <a:ext uri="{FF2B5EF4-FFF2-40B4-BE49-F238E27FC236}">
                <a16:creationId xmlns:a16="http://schemas.microsoft.com/office/drawing/2014/main" id="{6A25A8DD-5BC7-2841-8744-309F2B75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066" y="1905000"/>
            <a:ext cx="200580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 b="1" i="1"/>
              <a:t>U</a:t>
            </a:r>
          </a:p>
          <a:p>
            <a:pPr algn="ctr"/>
            <a:r>
              <a:rPr lang="en-US" altLang="en-IL" sz="2000" b="1"/>
              <a:t>(</a:t>
            </a:r>
            <a:r>
              <a:rPr lang="en-US" altLang="en-IL" sz="2000"/>
              <a:t>universe of keys)</a:t>
            </a:r>
            <a:endParaRPr lang="en-US" altLang="en-IL" sz="2000" b="1"/>
          </a:p>
        </p:txBody>
      </p:sp>
      <p:sp>
        <p:nvSpPr>
          <p:cNvPr id="43034" name="Text Box 26">
            <a:extLst>
              <a:ext uri="{FF2B5EF4-FFF2-40B4-BE49-F238E27FC236}">
                <a16:creationId xmlns:a16="http://schemas.microsoft.com/office/drawing/2014/main" id="{EEA01E2D-792A-A24D-A215-B24F9564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093" y="3352800"/>
            <a:ext cx="8258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 b="1" i="1"/>
              <a:t>K</a:t>
            </a:r>
          </a:p>
          <a:p>
            <a:pPr algn="ctr"/>
            <a:r>
              <a:rPr lang="en-US" altLang="en-IL"/>
              <a:t>(actual</a:t>
            </a:r>
          </a:p>
          <a:p>
            <a:pPr algn="ctr"/>
            <a:r>
              <a:rPr lang="en-US" altLang="en-IL"/>
              <a:t>keys)</a:t>
            </a:r>
          </a:p>
        </p:txBody>
      </p:sp>
      <p:sp>
        <p:nvSpPr>
          <p:cNvPr id="43035" name="Oval 27">
            <a:extLst>
              <a:ext uri="{FF2B5EF4-FFF2-40B4-BE49-F238E27FC236}">
                <a16:creationId xmlns:a16="http://schemas.microsoft.com/office/drawing/2014/main" id="{381079ED-D480-5F4F-A567-C16071D0E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76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36" name="Oval 28">
            <a:extLst>
              <a:ext uri="{FF2B5EF4-FFF2-40B4-BE49-F238E27FC236}">
                <a16:creationId xmlns:a16="http://schemas.microsoft.com/office/drawing/2014/main" id="{04D6FBF4-6C50-2746-8F5A-665A76E9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052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37" name="Oval 29">
            <a:extLst>
              <a:ext uri="{FF2B5EF4-FFF2-40B4-BE49-F238E27FC236}">
                <a16:creationId xmlns:a16="http://schemas.microsoft.com/office/drawing/2014/main" id="{AAE5DF5A-B0C6-9B46-A9DA-16F0E8950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7338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38" name="Oval 30">
            <a:extLst>
              <a:ext uri="{FF2B5EF4-FFF2-40B4-BE49-F238E27FC236}">
                <a16:creationId xmlns:a16="http://schemas.microsoft.com/office/drawing/2014/main" id="{4FA0483B-508D-D747-A22D-F537E9460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100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39" name="Oval 31">
            <a:extLst>
              <a:ext uri="{FF2B5EF4-FFF2-40B4-BE49-F238E27FC236}">
                <a16:creationId xmlns:a16="http://schemas.microsoft.com/office/drawing/2014/main" id="{45BD5F20-E564-BC46-9277-60CEFD647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419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40" name="Text Box 32">
            <a:extLst>
              <a:ext uri="{FF2B5EF4-FFF2-40B4-BE49-F238E27FC236}">
                <a16:creationId xmlns:a16="http://schemas.microsoft.com/office/drawing/2014/main" id="{D1922A31-277A-4244-9294-4438C864C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971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1</a:t>
            </a:r>
          </a:p>
        </p:txBody>
      </p:sp>
      <p:sp>
        <p:nvSpPr>
          <p:cNvPr id="43041" name="Text Box 33">
            <a:extLst>
              <a:ext uri="{FF2B5EF4-FFF2-40B4-BE49-F238E27FC236}">
                <a16:creationId xmlns:a16="http://schemas.microsoft.com/office/drawing/2014/main" id="{4D0BF529-1060-4F43-9419-5548DC63A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6576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2</a:t>
            </a:r>
          </a:p>
        </p:txBody>
      </p:sp>
      <p:sp>
        <p:nvSpPr>
          <p:cNvPr id="43042" name="Text Box 34">
            <a:extLst>
              <a:ext uri="{FF2B5EF4-FFF2-40B4-BE49-F238E27FC236}">
                <a16:creationId xmlns:a16="http://schemas.microsoft.com/office/drawing/2014/main" id="{616BCA38-7FBF-8543-A38E-B42BEA32E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4196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3</a:t>
            </a:r>
          </a:p>
        </p:txBody>
      </p:sp>
      <p:sp>
        <p:nvSpPr>
          <p:cNvPr id="43043" name="Text Box 35">
            <a:extLst>
              <a:ext uri="{FF2B5EF4-FFF2-40B4-BE49-F238E27FC236}">
                <a16:creationId xmlns:a16="http://schemas.microsoft.com/office/drawing/2014/main" id="{A497158C-6E65-1A49-B9B1-2BD636C30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5</a:t>
            </a:r>
          </a:p>
        </p:txBody>
      </p:sp>
      <p:sp>
        <p:nvSpPr>
          <p:cNvPr id="43044" name="Text Box 36">
            <a:extLst>
              <a:ext uri="{FF2B5EF4-FFF2-40B4-BE49-F238E27FC236}">
                <a16:creationId xmlns:a16="http://schemas.microsoft.com/office/drawing/2014/main" id="{3F6BD824-FE5A-A541-BE7A-37F240196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2004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4</a:t>
            </a:r>
          </a:p>
        </p:txBody>
      </p:sp>
      <p:sp>
        <p:nvSpPr>
          <p:cNvPr id="43053" name="Oval 45">
            <a:extLst>
              <a:ext uri="{FF2B5EF4-FFF2-40B4-BE49-F238E27FC236}">
                <a16:creationId xmlns:a16="http://schemas.microsoft.com/office/drawing/2014/main" id="{67E4AF2C-B7C0-CA4C-8602-3FFBFBB3D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958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54" name="Oval 46">
            <a:extLst>
              <a:ext uri="{FF2B5EF4-FFF2-40B4-BE49-F238E27FC236}">
                <a16:creationId xmlns:a16="http://schemas.microsoft.com/office/drawing/2014/main" id="{2AE456D6-E69E-674E-974E-551397D82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9624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55" name="Oval 47">
            <a:extLst>
              <a:ext uri="{FF2B5EF4-FFF2-40B4-BE49-F238E27FC236}">
                <a16:creationId xmlns:a16="http://schemas.microsoft.com/office/drawing/2014/main" id="{88CBF703-B8F3-A04A-AF0F-9BB137D27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56" name="Text Box 48">
            <a:extLst>
              <a:ext uri="{FF2B5EF4-FFF2-40B4-BE49-F238E27FC236}">
                <a16:creationId xmlns:a16="http://schemas.microsoft.com/office/drawing/2014/main" id="{33CB05F6-2DFD-6148-A1D4-70AC8AAAA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733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6</a:t>
            </a:r>
          </a:p>
        </p:txBody>
      </p:sp>
      <p:sp>
        <p:nvSpPr>
          <p:cNvPr id="43057" name="Text Box 49">
            <a:extLst>
              <a:ext uri="{FF2B5EF4-FFF2-40B4-BE49-F238E27FC236}">
                <a16:creationId xmlns:a16="http://schemas.microsoft.com/office/drawing/2014/main" id="{90D6F480-5E56-A544-9B74-6E321E4ED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14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7</a:t>
            </a:r>
          </a:p>
        </p:txBody>
      </p:sp>
      <p:sp>
        <p:nvSpPr>
          <p:cNvPr id="43058" name="Text Box 50">
            <a:extLst>
              <a:ext uri="{FF2B5EF4-FFF2-40B4-BE49-F238E27FC236}">
                <a16:creationId xmlns:a16="http://schemas.microsoft.com/office/drawing/2014/main" id="{15D55CF5-A406-7F46-BD58-E2D28D125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910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8</a:t>
            </a:r>
          </a:p>
        </p:txBody>
      </p:sp>
      <p:sp>
        <p:nvSpPr>
          <p:cNvPr id="43059" name="Line 51">
            <a:extLst>
              <a:ext uri="{FF2B5EF4-FFF2-40B4-BE49-F238E27FC236}">
                <a16:creationId xmlns:a16="http://schemas.microsoft.com/office/drawing/2014/main" id="{E30537E7-BEA1-BD4A-881C-EEF0F14759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590800"/>
            <a:ext cx="3124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0" name="Line 52">
            <a:extLst>
              <a:ext uri="{FF2B5EF4-FFF2-40B4-BE49-F238E27FC236}">
                <a16:creationId xmlns:a16="http://schemas.microsoft.com/office/drawing/2014/main" id="{5178ECF5-5318-B94C-B4AF-9EE1FB3A63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667000"/>
            <a:ext cx="2438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1" name="Line 53">
            <a:extLst>
              <a:ext uri="{FF2B5EF4-FFF2-40B4-BE49-F238E27FC236}">
                <a16:creationId xmlns:a16="http://schemas.microsoft.com/office/drawing/2014/main" id="{CBED38B0-46E5-E241-BD98-A7E611AD3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733800"/>
            <a:ext cx="31242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2" name="Line 54">
            <a:extLst>
              <a:ext uri="{FF2B5EF4-FFF2-40B4-BE49-F238E27FC236}">
                <a16:creationId xmlns:a16="http://schemas.microsoft.com/office/drawing/2014/main" id="{B65958A6-136A-D34C-B72B-BC53DC3E7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8862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4" name="Line 56">
            <a:extLst>
              <a:ext uri="{FF2B5EF4-FFF2-40B4-BE49-F238E27FC236}">
                <a16:creationId xmlns:a16="http://schemas.microsoft.com/office/drawing/2014/main" id="{8E2913DF-19E3-4145-ACE7-601B5E467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0386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5" name="Rectangle 57">
            <a:extLst>
              <a:ext uri="{FF2B5EF4-FFF2-40B4-BE49-F238E27FC236}">
                <a16:creationId xmlns:a16="http://schemas.microsoft.com/office/drawing/2014/main" id="{7EC85F33-B96A-F549-97E3-3582C45D3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1054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6" name="Line 58">
            <a:extLst>
              <a:ext uri="{FF2B5EF4-FFF2-40B4-BE49-F238E27FC236}">
                <a16:creationId xmlns:a16="http://schemas.microsoft.com/office/drawing/2014/main" id="{1441DCF7-4CC4-924C-A838-C5113DF7D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343400"/>
            <a:ext cx="2438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7" name="Line 59">
            <a:extLst>
              <a:ext uri="{FF2B5EF4-FFF2-40B4-BE49-F238E27FC236}">
                <a16:creationId xmlns:a16="http://schemas.microsoft.com/office/drawing/2014/main" id="{D30F53C1-00CF-1442-90B0-F679809DB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95800"/>
            <a:ext cx="2895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8" name="Line 60">
            <a:extLst>
              <a:ext uri="{FF2B5EF4-FFF2-40B4-BE49-F238E27FC236}">
                <a16:creationId xmlns:a16="http://schemas.microsoft.com/office/drawing/2014/main" id="{DDBD94D2-AF19-F143-9A73-9834D278B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95800"/>
            <a:ext cx="3352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3069" name="Text Box 61">
            <a:extLst>
              <a:ext uri="{FF2B5EF4-FFF2-40B4-BE49-F238E27FC236}">
                <a16:creationId xmlns:a16="http://schemas.microsoft.com/office/drawing/2014/main" id="{EADC413E-349E-A345-97BB-5E82E087D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105401"/>
            <a:ext cx="674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h</a:t>
            </a:r>
            <a:r>
              <a:rPr lang="en-US" altLang="en-IL" sz="2000"/>
              <a:t>(</a:t>
            </a:r>
            <a:r>
              <a:rPr lang="en-US" altLang="en-IL" sz="2000" i="1"/>
              <a:t>k</a:t>
            </a:r>
            <a:r>
              <a:rPr lang="en-US" altLang="en-IL" sz="2000" baseline="-25000"/>
              <a:t>8</a:t>
            </a:r>
            <a:r>
              <a:rPr lang="en-US" altLang="en-IL" sz="2000"/>
              <a:t>)</a:t>
            </a:r>
          </a:p>
        </p:txBody>
      </p:sp>
      <p:sp>
        <p:nvSpPr>
          <p:cNvPr id="43070" name="Text Box 62">
            <a:extLst>
              <a:ext uri="{FF2B5EF4-FFF2-40B4-BE49-F238E27FC236}">
                <a16:creationId xmlns:a16="http://schemas.microsoft.com/office/drawing/2014/main" id="{40CD1B27-C240-C04F-82B7-167998955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5146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b="1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43071" name="Text Box 63">
            <a:extLst>
              <a:ext uri="{FF2B5EF4-FFF2-40B4-BE49-F238E27FC236}">
                <a16:creationId xmlns:a16="http://schemas.microsoft.com/office/drawing/2014/main" id="{5AAE3965-33FC-2D40-AF3E-8AFA44F40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6576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b="1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43072" name="Text Box 64">
            <a:extLst>
              <a:ext uri="{FF2B5EF4-FFF2-40B4-BE49-F238E27FC236}">
                <a16:creationId xmlns:a16="http://schemas.microsoft.com/office/drawing/2014/main" id="{49C5D1B3-7BEE-1745-8C3B-83E6F143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4958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b="1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54" name="Slide Number Placeholder 3">
            <a:extLst>
              <a:ext uri="{FF2B5EF4-FFF2-40B4-BE49-F238E27FC236}">
                <a16:creationId xmlns:a16="http://schemas.microsoft.com/office/drawing/2014/main" id="{F2A910DE-C13A-DD4C-9E0E-AE56D0F2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10</a:t>
            </a:fld>
            <a:endParaRPr lang="en-IL" dirty="0"/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00399AEE-61C3-DC4D-9AE5-4C2D854E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596909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62" name="Rectangle 82">
            <a:extLst>
              <a:ext uri="{FF2B5EF4-FFF2-40B4-BE49-F238E27FC236}">
                <a16:creationId xmlns:a16="http://schemas.microsoft.com/office/drawing/2014/main" id="{0D28F77F-1DA3-A141-B7D4-46D4EC5E4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37338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2</a:t>
            </a: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B393679F-B8DD-974B-91C3-C9DBA7884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7260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Collision Resolution by Chaining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E12885A-736F-564D-906D-06C292259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447800"/>
            <a:ext cx="838200" cy="457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84" name="Line 4">
            <a:extLst>
              <a:ext uri="{FF2B5EF4-FFF2-40B4-BE49-F238E27FC236}">
                <a16:creationId xmlns:a16="http://schemas.microsoft.com/office/drawing/2014/main" id="{1F4EE5F7-2200-7848-9C76-C1109145B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905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85" name="Line 5">
            <a:extLst>
              <a:ext uri="{FF2B5EF4-FFF2-40B4-BE49-F238E27FC236}">
                <a16:creationId xmlns:a16="http://schemas.microsoft.com/office/drawing/2014/main" id="{EA3436AB-98F7-8247-8DAF-F813BC0B0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3622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86" name="Line 6">
            <a:extLst>
              <a:ext uri="{FF2B5EF4-FFF2-40B4-BE49-F238E27FC236}">
                <a16:creationId xmlns:a16="http://schemas.microsoft.com/office/drawing/2014/main" id="{8243F3A5-1AE3-404F-A0A9-80D7062E7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819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87" name="Line 7">
            <a:extLst>
              <a:ext uri="{FF2B5EF4-FFF2-40B4-BE49-F238E27FC236}">
                <a16:creationId xmlns:a16="http://schemas.microsoft.com/office/drawing/2014/main" id="{16D03DB9-5429-F941-BEFC-AFC06CBB5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88" name="Line 8">
            <a:extLst>
              <a:ext uri="{FF2B5EF4-FFF2-40B4-BE49-F238E27FC236}">
                <a16:creationId xmlns:a16="http://schemas.microsoft.com/office/drawing/2014/main" id="{3380CD48-F297-9245-AE2D-FD8E3F2DE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7338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89" name="Line 9">
            <a:extLst>
              <a:ext uri="{FF2B5EF4-FFF2-40B4-BE49-F238E27FC236}">
                <a16:creationId xmlns:a16="http://schemas.microsoft.com/office/drawing/2014/main" id="{E9A73680-23C0-4B44-AAA8-3094717EE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191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90" name="Line 10">
            <a:extLst>
              <a:ext uri="{FF2B5EF4-FFF2-40B4-BE49-F238E27FC236}">
                <a16:creationId xmlns:a16="http://schemas.microsoft.com/office/drawing/2014/main" id="{A47EF0C4-3ED6-9344-A582-8834FBC12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6482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91" name="Line 11">
            <a:extLst>
              <a:ext uri="{FF2B5EF4-FFF2-40B4-BE49-F238E27FC236}">
                <a16:creationId xmlns:a16="http://schemas.microsoft.com/office/drawing/2014/main" id="{3C410903-5BA8-A047-940B-BA299B046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105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92" name="Line 12">
            <a:extLst>
              <a:ext uri="{FF2B5EF4-FFF2-40B4-BE49-F238E27FC236}">
                <a16:creationId xmlns:a16="http://schemas.microsoft.com/office/drawing/2014/main" id="{36C04173-DFFA-4646-84CB-86B930F20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562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93" name="Text Box 13">
            <a:extLst>
              <a:ext uri="{FF2B5EF4-FFF2-40B4-BE49-F238E27FC236}">
                <a16:creationId xmlns:a16="http://schemas.microsoft.com/office/drawing/2014/main" id="{75FC0D01-9B54-3948-95F4-386E9CA26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524000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/>
              <a:t>0</a:t>
            </a:r>
          </a:p>
        </p:txBody>
      </p:sp>
      <p:sp>
        <p:nvSpPr>
          <p:cNvPr id="46094" name="Text Box 14">
            <a:extLst>
              <a:ext uri="{FF2B5EF4-FFF2-40B4-BE49-F238E27FC236}">
                <a16:creationId xmlns:a16="http://schemas.microsoft.com/office/drawing/2014/main" id="{3C2E5B31-B0AA-9A47-8E11-6B836CF58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5562600"/>
            <a:ext cx="6463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 i="1"/>
              <a:t>m</a:t>
            </a:r>
            <a:r>
              <a:rPr lang="en-US" altLang="en-IL" sz="2000"/>
              <a:t>–1</a:t>
            </a:r>
            <a:endParaRPr lang="en-US" altLang="en-IL" sz="2000" i="1"/>
          </a:p>
        </p:txBody>
      </p:sp>
      <p:sp>
        <p:nvSpPr>
          <p:cNvPr id="46098" name="Rectangle 18">
            <a:extLst>
              <a:ext uri="{FF2B5EF4-FFF2-40B4-BE49-F238E27FC236}">
                <a16:creationId xmlns:a16="http://schemas.microsoft.com/office/drawing/2014/main" id="{6B718F68-AB7E-B945-8E26-532E5C48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3622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099" name="Rectangle 19">
            <a:extLst>
              <a:ext uri="{FF2B5EF4-FFF2-40B4-BE49-F238E27FC236}">
                <a16:creationId xmlns:a16="http://schemas.microsoft.com/office/drawing/2014/main" id="{39A44D20-4C7B-DE41-A483-893857924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7338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00" name="Rectangle 20">
            <a:extLst>
              <a:ext uri="{FF2B5EF4-FFF2-40B4-BE49-F238E27FC236}">
                <a16:creationId xmlns:a16="http://schemas.microsoft.com/office/drawing/2014/main" id="{E3CCF7D7-7062-F247-95DA-E55263CF7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482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01" name="Oval 21">
            <a:extLst>
              <a:ext uri="{FF2B5EF4-FFF2-40B4-BE49-F238E27FC236}">
                <a16:creationId xmlns:a16="http://schemas.microsoft.com/office/drawing/2014/main" id="{4B30793B-0E12-714C-868A-4F317D929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371600"/>
            <a:ext cx="3733800" cy="37338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 altLang="en-IL"/>
          </a:p>
        </p:txBody>
      </p:sp>
      <p:sp>
        <p:nvSpPr>
          <p:cNvPr id="46102" name="Oval 22">
            <a:extLst>
              <a:ext uri="{FF2B5EF4-FFF2-40B4-BE49-F238E27FC236}">
                <a16:creationId xmlns:a16="http://schemas.microsoft.com/office/drawing/2014/main" id="{0C466A6E-0C77-CD4D-8A54-84CA53B5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71800"/>
            <a:ext cx="2667000" cy="1828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IL" altLang="en-IL"/>
          </a:p>
        </p:txBody>
      </p:sp>
      <p:sp>
        <p:nvSpPr>
          <p:cNvPr id="46103" name="Text Box 23">
            <a:extLst>
              <a:ext uri="{FF2B5EF4-FFF2-40B4-BE49-F238E27FC236}">
                <a16:creationId xmlns:a16="http://schemas.microsoft.com/office/drawing/2014/main" id="{B28795DD-E8DA-F241-AF78-6412DF424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066" y="1905000"/>
            <a:ext cx="200580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 b="1" i="1"/>
              <a:t>U</a:t>
            </a:r>
          </a:p>
          <a:p>
            <a:pPr algn="ctr"/>
            <a:r>
              <a:rPr lang="en-US" altLang="en-IL" sz="2000" b="1"/>
              <a:t>(</a:t>
            </a:r>
            <a:r>
              <a:rPr lang="en-US" altLang="en-IL" sz="2000"/>
              <a:t>universe of keys)</a:t>
            </a:r>
            <a:endParaRPr lang="en-US" altLang="en-IL" sz="2000" b="1"/>
          </a:p>
        </p:txBody>
      </p:sp>
      <p:sp>
        <p:nvSpPr>
          <p:cNvPr id="46104" name="Text Box 24">
            <a:extLst>
              <a:ext uri="{FF2B5EF4-FFF2-40B4-BE49-F238E27FC236}">
                <a16:creationId xmlns:a16="http://schemas.microsoft.com/office/drawing/2014/main" id="{A532AF03-2FEE-0A45-829D-CE7F47C75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093" y="3352800"/>
            <a:ext cx="8258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 b="1" i="1"/>
              <a:t>K</a:t>
            </a:r>
          </a:p>
          <a:p>
            <a:pPr algn="ctr"/>
            <a:r>
              <a:rPr lang="en-US" altLang="en-IL"/>
              <a:t>(actual</a:t>
            </a:r>
          </a:p>
          <a:p>
            <a:pPr algn="ctr"/>
            <a:r>
              <a:rPr lang="en-US" altLang="en-IL"/>
              <a:t>keys)</a:t>
            </a:r>
          </a:p>
        </p:txBody>
      </p:sp>
      <p:sp>
        <p:nvSpPr>
          <p:cNvPr id="46105" name="Oval 25">
            <a:extLst>
              <a:ext uri="{FF2B5EF4-FFF2-40B4-BE49-F238E27FC236}">
                <a16:creationId xmlns:a16="http://schemas.microsoft.com/office/drawing/2014/main" id="{46190E24-9969-B543-BBA4-FC349430D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76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06" name="Oval 26">
            <a:extLst>
              <a:ext uri="{FF2B5EF4-FFF2-40B4-BE49-F238E27FC236}">
                <a16:creationId xmlns:a16="http://schemas.microsoft.com/office/drawing/2014/main" id="{22BA2099-9999-1C4A-8492-D163B6C9B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052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07" name="Oval 27">
            <a:extLst>
              <a:ext uri="{FF2B5EF4-FFF2-40B4-BE49-F238E27FC236}">
                <a16:creationId xmlns:a16="http://schemas.microsoft.com/office/drawing/2014/main" id="{1789936C-2CEF-3C4F-84D7-D570BADE0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7338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08" name="Oval 28">
            <a:extLst>
              <a:ext uri="{FF2B5EF4-FFF2-40B4-BE49-F238E27FC236}">
                <a16:creationId xmlns:a16="http://schemas.microsoft.com/office/drawing/2014/main" id="{29D0E85F-CBA6-534F-A0BF-654B886A2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100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09" name="Oval 29">
            <a:extLst>
              <a:ext uri="{FF2B5EF4-FFF2-40B4-BE49-F238E27FC236}">
                <a16:creationId xmlns:a16="http://schemas.microsoft.com/office/drawing/2014/main" id="{D2048658-570B-5D4E-AF22-E55E751F6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419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10" name="Text Box 30">
            <a:extLst>
              <a:ext uri="{FF2B5EF4-FFF2-40B4-BE49-F238E27FC236}">
                <a16:creationId xmlns:a16="http://schemas.microsoft.com/office/drawing/2014/main" id="{A132CC51-2FBE-674C-B8C0-5AFE3D1E3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971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1</a:t>
            </a:r>
          </a:p>
        </p:txBody>
      </p:sp>
      <p:sp>
        <p:nvSpPr>
          <p:cNvPr id="46111" name="Text Box 31">
            <a:extLst>
              <a:ext uri="{FF2B5EF4-FFF2-40B4-BE49-F238E27FC236}">
                <a16:creationId xmlns:a16="http://schemas.microsoft.com/office/drawing/2014/main" id="{ECF99678-BD56-8446-A4BD-FD86A9F04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6576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2</a:t>
            </a:r>
          </a:p>
        </p:txBody>
      </p:sp>
      <p:sp>
        <p:nvSpPr>
          <p:cNvPr id="46112" name="Text Box 32">
            <a:extLst>
              <a:ext uri="{FF2B5EF4-FFF2-40B4-BE49-F238E27FC236}">
                <a16:creationId xmlns:a16="http://schemas.microsoft.com/office/drawing/2014/main" id="{BE250B69-6A36-0C47-8B6B-F00B30FFE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4196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3</a:t>
            </a:r>
          </a:p>
        </p:txBody>
      </p:sp>
      <p:sp>
        <p:nvSpPr>
          <p:cNvPr id="46113" name="Text Box 33">
            <a:extLst>
              <a:ext uri="{FF2B5EF4-FFF2-40B4-BE49-F238E27FC236}">
                <a16:creationId xmlns:a16="http://schemas.microsoft.com/office/drawing/2014/main" id="{D19AC5B9-3D14-154E-8466-97AFCF070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5</a:t>
            </a:r>
          </a:p>
        </p:txBody>
      </p:sp>
      <p:sp>
        <p:nvSpPr>
          <p:cNvPr id="46114" name="Text Box 34">
            <a:extLst>
              <a:ext uri="{FF2B5EF4-FFF2-40B4-BE49-F238E27FC236}">
                <a16:creationId xmlns:a16="http://schemas.microsoft.com/office/drawing/2014/main" id="{F9D964A3-817E-B04F-84C3-4F4597B4E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2004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4</a:t>
            </a:r>
          </a:p>
        </p:txBody>
      </p:sp>
      <p:sp>
        <p:nvSpPr>
          <p:cNvPr id="46115" name="Oval 35">
            <a:extLst>
              <a:ext uri="{FF2B5EF4-FFF2-40B4-BE49-F238E27FC236}">
                <a16:creationId xmlns:a16="http://schemas.microsoft.com/office/drawing/2014/main" id="{8D47FFF7-4CFE-FE4E-B28D-9611EB220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958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16" name="Oval 36">
            <a:extLst>
              <a:ext uri="{FF2B5EF4-FFF2-40B4-BE49-F238E27FC236}">
                <a16:creationId xmlns:a16="http://schemas.microsoft.com/office/drawing/2014/main" id="{097F3108-6A12-7248-9B29-EFBAB767B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9624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17" name="Oval 37">
            <a:extLst>
              <a:ext uri="{FF2B5EF4-FFF2-40B4-BE49-F238E27FC236}">
                <a16:creationId xmlns:a16="http://schemas.microsoft.com/office/drawing/2014/main" id="{4C530C77-0515-F742-B5A4-5245317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18" name="Text Box 38">
            <a:extLst>
              <a:ext uri="{FF2B5EF4-FFF2-40B4-BE49-F238E27FC236}">
                <a16:creationId xmlns:a16="http://schemas.microsoft.com/office/drawing/2014/main" id="{E33E536D-410A-C944-BDB1-333C0361D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733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6</a:t>
            </a:r>
          </a:p>
        </p:txBody>
      </p:sp>
      <p:sp>
        <p:nvSpPr>
          <p:cNvPr id="46119" name="Text Box 39">
            <a:extLst>
              <a:ext uri="{FF2B5EF4-FFF2-40B4-BE49-F238E27FC236}">
                <a16:creationId xmlns:a16="http://schemas.microsoft.com/office/drawing/2014/main" id="{7F0B5D6B-F27B-8D45-BB1B-1D7B9521F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148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7</a:t>
            </a:r>
          </a:p>
        </p:txBody>
      </p:sp>
      <p:sp>
        <p:nvSpPr>
          <p:cNvPr id="46120" name="Text Box 40">
            <a:extLst>
              <a:ext uri="{FF2B5EF4-FFF2-40B4-BE49-F238E27FC236}">
                <a16:creationId xmlns:a16="http://schemas.microsoft.com/office/drawing/2014/main" id="{99E2595B-FBBA-E749-8806-2DA86FB7E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91000"/>
            <a:ext cx="344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1600" i="1"/>
              <a:t>k</a:t>
            </a:r>
            <a:r>
              <a:rPr lang="en-US" altLang="en-IL" sz="1600" baseline="-25000"/>
              <a:t>8</a:t>
            </a:r>
          </a:p>
        </p:txBody>
      </p:sp>
      <p:sp>
        <p:nvSpPr>
          <p:cNvPr id="46121" name="Line 41">
            <a:extLst>
              <a:ext uri="{FF2B5EF4-FFF2-40B4-BE49-F238E27FC236}">
                <a16:creationId xmlns:a16="http://schemas.microsoft.com/office/drawing/2014/main" id="{30A12A05-07F9-144D-812C-ED053B7A04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590800"/>
            <a:ext cx="3124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2" name="Line 42">
            <a:extLst>
              <a:ext uri="{FF2B5EF4-FFF2-40B4-BE49-F238E27FC236}">
                <a16:creationId xmlns:a16="http://schemas.microsoft.com/office/drawing/2014/main" id="{C49D5037-E25B-FE4C-B8CC-8F9416595C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667000"/>
            <a:ext cx="2438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3" name="Line 43">
            <a:extLst>
              <a:ext uri="{FF2B5EF4-FFF2-40B4-BE49-F238E27FC236}">
                <a16:creationId xmlns:a16="http://schemas.microsoft.com/office/drawing/2014/main" id="{7B783974-8E18-6440-B87A-40765CDA3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733800"/>
            <a:ext cx="31242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4" name="Line 44">
            <a:extLst>
              <a:ext uri="{FF2B5EF4-FFF2-40B4-BE49-F238E27FC236}">
                <a16:creationId xmlns:a16="http://schemas.microsoft.com/office/drawing/2014/main" id="{2208F4E7-5661-3844-862D-6E7937386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8862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5" name="Line 45">
            <a:extLst>
              <a:ext uri="{FF2B5EF4-FFF2-40B4-BE49-F238E27FC236}">
                <a16:creationId xmlns:a16="http://schemas.microsoft.com/office/drawing/2014/main" id="{8A71DDF2-3E8E-D540-B1CC-A52DF6A13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0386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6" name="Rectangle 46">
            <a:extLst>
              <a:ext uri="{FF2B5EF4-FFF2-40B4-BE49-F238E27FC236}">
                <a16:creationId xmlns:a16="http://schemas.microsoft.com/office/drawing/2014/main" id="{23952E25-F191-854C-9982-2D1A636BA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105400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7" name="Line 47">
            <a:extLst>
              <a:ext uri="{FF2B5EF4-FFF2-40B4-BE49-F238E27FC236}">
                <a16:creationId xmlns:a16="http://schemas.microsoft.com/office/drawing/2014/main" id="{0C030324-BDB6-4948-828A-5DEF776FF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343400"/>
            <a:ext cx="2438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8" name="Line 48">
            <a:extLst>
              <a:ext uri="{FF2B5EF4-FFF2-40B4-BE49-F238E27FC236}">
                <a16:creationId xmlns:a16="http://schemas.microsoft.com/office/drawing/2014/main" id="{54055152-0F76-4E48-AE3B-CEBBAC8BE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95800"/>
            <a:ext cx="2895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29" name="Line 49">
            <a:extLst>
              <a:ext uri="{FF2B5EF4-FFF2-40B4-BE49-F238E27FC236}">
                <a16:creationId xmlns:a16="http://schemas.microsoft.com/office/drawing/2014/main" id="{9DDD2441-14F4-4440-B9EA-65520526B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95800"/>
            <a:ext cx="3352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34" name="Rectangle 54">
            <a:extLst>
              <a:ext uri="{FF2B5EF4-FFF2-40B4-BE49-F238E27FC236}">
                <a16:creationId xmlns:a16="http://schemas.microsoft.com/office/drawing/2014/main" id="{67381C24-9399-D442-B902-1510396AE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3622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1</a:t>
            </a:r>
            <a:endParaRPr lang="en-US" altLang="en-IL" sz="2000" i="1"/>
          </a:p>
        </p:txBody>
      </p:sp>
      <p:sp>
        <p:nvSpPr>
          <p:cNvPr id="46136" name="Line 56">
            <a:extLst>
              <a:ext uri="{FF2B5EF4-FFF2-40B4-BE49-F238E27FC236}">
                <a16:creationId xmlns:a16="http://schemas.microsoft.com/office/drawing/2014/main" id="{27B152C9-EA6B-514D-8FD4-E92FFF086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2362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37" name="Rectangle 57">
            <a:extLst>
              <a:ext uri="{FF2B5EF4-FFF2-40B4-BE49-F238E27FC236}">
                <a16:creationId xmlns:a16="http://schemas.microsoft.com/office/drawing/2014/main" id="{FA2AF7A9-7C32-5E41-97B9-B3331139A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23622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4</a:t>
            </a:r>
          </a:p>
        </p:txBody>
      </p:sp>
      <p:sp>
        <p:nvSpPr>
          <p:cNvPr id="46138" name="Line 58">
            <a:extLst>
              <a:ext uri="{FF2B5EF4-FFF2-40B4-BE49-F238E27FC236}">
                <a16:creationId xmlns:a16="http://schemas.microsoft.com/office/drawing/2014/main" id="{949FA43D-C12E-A047-B620-94FC7256C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2362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39" name="Rectangle 59">
            <a:extLst>
              <a:ext uri="{FF2B5EF4-FFF2-40B4-BE49-F238E27FC236}">
                <a16:creationId xmlns:a16="http://schemas.microsoft.com/office/drawing/2014/main" id="{8DCADFB1-F48E-5941-A65C-6AC07808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7338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5</a:t>
            </a:r>
          </a:p>
        </p:txBody>
      </p:sp>
      <p:sp>
        <p:nvSpPr>
          <p:cNvPr id="46140" name="Line 60">
            <a:extLst>
              <a:ext uri="{FF2B5EF4-FFF2-40B4-BE49-F238E27FC236}">
                <a16:creationId xmlns:a16="http://schemas.microsoft.com/office/drawing/2014/main" id="{E81ADEF7-9ED4-9543-81F4-C6E3F74F5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733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2" name="Line 62">
            <a:extLst>
              <a:ext uri="{FF2B5EF4-FFF2-40B4-BE49-F238E27FC236}">
                <a16:creationId xmlns:a16="http://schemas.microsoft.com/office/drawing/2014/main" id="{0991EC58-809D-F84E-A418-6291EEA1A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733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3" name="Rectangle 63">
            <a:extLst>
              <a:ext uri="{FF2B5EF4-FFF2-40B4-BE49-F238E27FC236}">
                <a16:creationId xmlns:a16="http://schemas.microsoft.com/office/drawing/2014/main" id="{C6EDA067-A340-C54E-BA65-8ADC3BA07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37338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4" name="Line 64">
            <a:extLst>
              <a:ext uri="{FF2B5EF4-FFF2-40B4-BE49-F238E27FC236}">
                <a16:creationId xmlns:a16="http://schemas.microsoft.com/office/drawing/2014/main" id="{003CA2B6-89CB-9D48-9651-7B5A37005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34600" y="3733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5" name="Rectangle 65">
            <a:extLst>
              <a:ext uri="{FF2B5EF4-FFF2-40B4-BE49-F238E27FC236}">
                <a16:creationId xmlns:a16="http://schemas.microsoft.com/office/drawing/2014/main" id="{0021A56C-B3C2-DD48-9C75-DF412FB0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6482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6" name="Line 66">
            <a:extLst>
              <a:ext uri="{FF2B5EF4-FFF2-40B4-BE49-F238E27FC236}">
                <a16:creationId xmlns:a16="http://schemas.microsoft.com/office/drawing/2014/main" id="{AC00A70E-B19F-B442-87FC-5D564DB47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648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7" name="Rectangle 67">
            <a:extLst>
              <a:ext uri="{FF2B5EF4-FFF2-40B4-BE49-F238E27FC236}">
                <a16:creationId xmlns:a16="http://schemas.microsoft.com/office/drawing/2014/main" id="{E25A5D14-AA5A-934C-B6FA-0E3A8F58D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6482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8" name="Line 68">
            <a:extLst>
              <a:ext uri="{FF2B5EF4-FFF2-40B4-BE49-F238E27FC236}">
                <a16:creationId xmlns:a16="http://schemas.microsoft.com/office/drawing/2014/main" id="{C7CBA28A-FCE0-624C-9AAF-D4F5E131C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4648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49" name="Rectangle 69">
            <a:extLst>
              <a:ext uri="{FF2B5EF4-FFF2-40B4-BE49-F238E27FC236}">
                <a16:creationId xmlns:a16="http://schemas.microsoft.com/office/drawing/2014/main" id="{BF174015-255C-B34B-936F-74CA3AE8D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181600"/>
            <a:ext cx="762000" cy="3810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0" name="Line 70">
            <a:extLst>
              <a:ext uri="{FF2B5EF4-FFF2-40B4-BE49-F238E27FC236}">
                <a16:creationId xmlns:a16="http://schemas.microsoft.com/office/drawing/2014/main" id="{A40AE77F-4847-424F-A945-BCF8D9959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5181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1" name="Line 71">
            <a:extLst>
              <a:ext uri="{FF2B5EF4-FFF2-40B4-BE49-F238E27FC236}">
                <a16:creationId xmlns:a16="http://schemas.microsoft.com/office/drawing/2014/main" id="{AB273977-0BCB-A04A-BE40-3DB0D24C3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590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2" name="Line 72">
            <a:extLst>
              <a:ext uri="{FF2B5EF4-FFF2-40B4-BE49-F238E27FC236}">
                <a16:creationId xmlns:a16="http://schemas.microsoft.com/office/drawing/2014/main" id="{65770CB5-50CB-7E4A-A7D8-4D2C3A237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590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3" name="Line 73">
            <a:extLst>
              <a:ext uri="{FF2B5EF4-FFF2-40B4-BE49-F238E27FC236}">
                <a16:creationId xmlns:a16="http://schemas.microsoft.com/office/drawing/2014/main" id="{CC668FA4-C4F4-3548-B11E-8D7BAD844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9624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4" name="Line 74">
            <a:extLst>
              <a:ext uri="{FF2B5EF4-FFF2-40B4-BE49-F238E27FC236}">
                <a16:creationId xmlns:a16="http://schemas.microsoft.com/office/drawing/2014/main" id="{687370AF-8F18-A140-B893-5334089BF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9624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5" name="Line 75">
            <a:extLst>
              <a:ext uri="{FF2B5EF4-FFF2-40B4-BE49-F238E27FC236}">
                <a16:creationId xmlns:a16="http://schemas.microsoft.com/office/drawing/2014/main" id="{A41388FA-981C-404B-9694-EEFA08626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39624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6" name="Line 76">
            <a:extLst>
              <a:ext uri="{FF2B5EF4-FFF2-40B4-BE49-F238E27FC236}">
                <a16:creationId xmlns:a16="http://schemas.microsoft.com/office/drawing/2014/main" id="{E62BD32D-C36E-BE44-898B-0900B4654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4876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7" name="Line 77">
            <a:extLst>
              <a:ext uri="{FF2B5EF4-FFF2-40B4-BE49-F238E27FC236}">
                <a16:creationId xmlns:a16="http://schemas.microsoft.com/office/drawing/2014/main" id="{E68C0746-EA7B-C044-8E03-54C1B0019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4876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58" name="Line 78">
            <a:extLst>
              <a:ext uri="{FF2B5EF4-FFF2-40B4-BE49-F238E27FC236}">
                <a16:creationId xmlns:a16="http://schemas.microsoft.com/office/drawing/2014/main" id="{8B8D2925-DD4F-284B-A593-E353E2FE6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5334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66" name="Rectangle 86">
            <a:extLst>
              <a:ext uri="{FF2B5EF4-FFF2-40B4-BE49-F238E27FC236}">
                <a16:creationId xmlns:a16="http://schemas.microsoft.com/office/drawing/2014/main" id="{6E481B2C-5BC8-1441-8765-3B18D84CB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37338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6</a:t>
            </a:r>
          </a:p>
        </p:txBody>
      </p:sp>
      <p:sp>
        <p:nvSpPr>
          <p:cNvPr id="46167" name="Line 87">
            <a:extLst>
              <a:ext uri="{FF2B5EF4-FFF2-40B4-BE49-F238E27FC236}">
                <a16:creationId xmlns:a16="http://schemas.microsoft.com/office/drawing/2014/main" id="{3879F2C4-90A3-574A-9DE5-F204BD5A9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34600" y="3733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68" name="Rectangle 88">
            <a:extLst>
              <a:ext uri="{FF2B5EF4-FFF2-40B4-BE49-F238E27FC236}">
                <a16:creationId xmlns:a16="http://schemas.microsoft.com/office/drawing/2014/main" id="{8E3A261B-E509-DB48-B54D-ED3A1E6C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6482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7</a:t>
            </a:r>
          </a:p>
        </p:txBody>
      </p:sp>
      <p:sp>
        <p:nvSpPr>
          <p:cNvPr id="46169" name="Line 89">
            <a:extLst>
              <a:ext uri="{FF2B5EF4-FFF2-40B4-BE49-F238E27FC236}">
                <a16:creationId xmlns:a16="http://schemas.microsoft.com/office/drawing/2014/main" id="{10601592-DD11-D045-B6B4-9AD127B3B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648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70" name="Rectangle 90">
            <a:extLst>
              <a:ext uri="{FF2B5EF4-FFF2-40B4-BE49-F238E27FC236}">
                <a16:creationId xmlns:a16="http://schemas.microsoft.com/office/drawing/2014/main" id="{AC1B6DD5-E657-E446-A69F-C5BA1EC23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6482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3</a:t>
            </a:r>
          </a:p>
        </p:txBody>
      </p:sp>
      <p:sp>
        <p:nvSpPr>
          <p:cNvPr id="46171" name="Line 91">
            <a:extLst>
              <a:ext uri="{FF2B5EF4-FFF2-40B4-BE49-F238E27FC236}">
                <a16:creationId xmlns:a16="http://schemas.microsoft.com/office/drawing/2014/main" id="{643612C4-EA92-A04F-8594-2AE5D242E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4648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72" name="Rectangle 92">
            <a:extLst>
              <a:ext uri="{FF2B5EF4-FFF2-40B4-BE49-F238E27FC236}">
                <a16:creationId xmlns:a16="http://schemas.microsoft.com/office/drawing/2014/main" id="{D7FCC1B5-6ACE-4544-B859-0955FA64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181600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IL" sz="2000" i="1"/>
              <a:t>k</a:t>
            </a:r>
            <a:r>
              <a:rPr lang="en-US" altLang="en-IL" sz="2000" baseline="-25000"/>
              <a:t>8</a:t>
            </a:r>
          </a:p>
        </p:txBody>
      </p:sp>
      <p:sp>
        <p:nvSpPr>
          <p:cNvPr id="46173" name="Line 93">
            <a:extLst>
              <a:ext uri="{FF2B5EF4-FFF2-40B4-BE49-F238E27FC236}">
                <a16:creationId xmlns:a16="http://schemas.microsoft.com/office/drawing/2014/main" id="{A4CCB6FD-1785-E647-BBEF-A1A4974EA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51816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76" name="Line 96">
            <a:extLst>
              <a:ext uri="{FF2B5EF4-FFF2-40B4-BE49-F238E27FC236}">
                <a16:creationId xmlns:a16="http://schemas.microsoft.com/office/drawing/2014/main" id="{37A2A9E8-9600-F345-B4F8-2A9294CE7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15240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77" name="Line 97">
            <a:extLst>
              <a:ext uri="{FF2B5EF4-FFF2-40B4-BE49-F238E27FC236}">
                <a16:creationId xmlns:a16="http://schemas.microsoft.com/office/drawing/2014/main" id="{7B42D540-E897-2946-9F4C-6C21B006ED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19812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78" name="Line 98">
            <a:extLst>
              <a:ext uri="{FF2B5EF4-FFF2-40B4-BE49-F238E27FC236}">
                <a16:creationId xmlns:a16="http://schemas.microsoft.com/office/drawing/2014/main" id="{0DD4A0B5-35A5-F947-97EE-0516A6BA34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28956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79" name="Line 99">
            <a:extLst>
              <a:ext uri="{FF2B5EF4-FFF2-40B4-BE49-F238E27FC236}">
                <a16:creationId xmlns:a16="http://schemas.microsoft.com/office/drawing/2014/main" id="{F5B5F7F8-BD68-9C4D-A570-64A15AAFCC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352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80" name="Line 100">
            <a:extLst>
              <a:ext uri="{FF2B5EF4-FFF2-40B4-BE49-F238E27FC236}">
                <a16:creationId xmlns:a16="http://schemas.microsoft.com/office/drawing/2014/main" id="{5286E6C0-139C-4C49-B0CB-01A1336A99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2672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81" name="Line 101">
            <a:extLst>
              <a:ext uri="{FF2B5EF4-FFF2-40B4-BE49-F238E27FC236}">
                <a16:creationId xmlns:a16="http://schemas.microsoft.com/office/drawing/2014/main" id="{B47E9CE7-3246-C543-9DF6-169F4A6C14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5638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82" name="Line 102">
            <a:extLst>
              <a:ext uri="{FF2B5EF4-FFF2-40B4-BE49-F238E27FC236}">
                <a16:creationId xmlns:a16="http://schemas.microsoft.com/office/drawing/2014/main" id="{AC6104CA-AB93-974B-919C-437C7E5D90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0" y="24384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83" name="Line 103">
            <a:extLst>
              <a:ext uri="{FF2B5EF4-FFF2-40B4-BE49-F238E27FC236}">
                <a16:creationId xmlns:a16="http://schemas.microsoft.com/office/drawing/2014/main" id="{E75453FA-9E7C-644C-B764-58699C08E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10800" y="38100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84" name="Line 104">
            <a:extLst>
              <a:ext uri="{FF2B5EF4-FFF2-40B4-BE49-F238E27FC236}">
                <a16:creationId xmlns:a16="http://schemas.microsoft.com/office/drawing/2014/main" id="{A65D9577-6C4A-D64D-9F51-E29667627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0" y="47244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6185" name="Line 105">
            <a:extLst>
              <a:ext uri="{FF2B5EF4-FFF2-40B4-BE49-F238E27FC236}">
                <a16:creationId xmlns:a16="http://schemas.microsoft.com/office/drawing/2014/main" id="{7457F46F-EBE3-984A-8435-9E05FB1950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7200" y="52578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9" name="Slide Number Placeholder 3">
            <a:extLst>
              <a:ext uri="{FF2B5EF4-FFF2-40B4-BE49-F238E27FC236}">
                <a16:creationId xmlns:a16="http://schemas.microsoft.com/office/drawing/2014/main" id="{393CE843-DD2F-C840-985F-19E79726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4817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11</a:t>
            </a:fld>
            <a:endParaRPr lang="en-IL" dirty="0"/>
          </a:p>
        </p:txBody>
      </p:sp>
      <p:sp>
        <p:nvSpPr>
          <p:cNvPr id="90" name="Footer Placeholder 4">
            <a:extLst>
              <a:ext uri="{FF2B5EF4-FFF2-40B4-BE49-F238E27FC236}">
                <a16:creationId xmlns:a16="http://schemas.microsoft.com/office/drawing/2014/main" id="{173E27F3-7FE1-B244-A41F-616B342F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4817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165612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C3DCF13-48BC-E84F-8942-595065C3F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29382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Good Hash Functions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8F26413-F860-824D-99AC-6EA348477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2733" y="990600"/>
            <a:ext cx="10405534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IL" sz="2400" dirty="0">
                <a:solidFill>
                  <a:srgbClr val="CC3300"/>
                </a:solidFill>
              </a:rPr>
              <a:t>Satisfy the assumption of </a:t>
            </a:r>
            <a:r>
              <a:rPr lang="en-US" altLang="en-IL" sz="2400" i="1" dirty="0">
                <a:solidFill>
                  <a:schemeClr val="hlink"/>
                </a:solidFill>
              </a:rPr>
              <a:t>simple uniform hashing</a:t>
            </a:r>
            <a:r>
              <a:rPr lang="en-US" altLang="en-IL" sz="2400" i="1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Not possible to satisfy the assumption in practice.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Regularity in key distribution should not affect uniformity. </a:t>
            </a:r>
          </a:p>
          <a:p>
            <a:pPr>
              <a:lnSpc>
                <a:spcPct val="150000"/>
              </a:lnSpc>
            </a:pPr>
            <a:r>
              <a:rPr lang="en-US" altLang="en-IL" sz="2400" dirty="0">
                <a:solidFill>
                  <a:srgbClr val="CC3300"/>
                </a:solidFill>
              </a:rPr>
              <a:t>Hash value should be independent of any patterns that might exist in the data</a:t>
            </a:r>
            <a:r>
              <a:rPr lang="en-US" altLang="en-IL" sz="2400" dirty="0"/>
              <a:t>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6D9A785-EC1F-F74E-8F73-620FDD918E80}"/>
              </a:ext>
            </a:extLst>
          </p:cNvPr>
          <p:cNvGraphicFramePr>
            <a:graphicFrameLocks noGrp="1"/>
          </p:cNvGraphicFramePr>
          <p:nvPr/>
        </p:nvGraphicFramePr>
        <p:xfrm>
          <a:off x="6781799" y="4038600"/>
          <a:ext cx="1608668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334">
                  <a:extLst>
                    <a:ext uri="{9D8B030D-6E8A-4147-A177-3AD203B41FA5}">
                      <a16:colId xmlns:a16="http://schemas.microsoft.com/office/drawing/2014/main" val="1534043366"/>
                    </a:ext>
                  </a:extLst>
                </a:gridCol>
                <a:gridCol w="804334">
                  <a:extLst>
                    <a:ext uri="{9D8B030D-6E8A-4147-A177-3AD203B41FA5}">
                      <a16:colId xmlns:a16="http://schemas.microsoft.com/office/drawing/2014/main" val="3383742875"/>
                    </a:ext>
                  </a:extLst>
                </a:gridCol>
              </a:tblGrid>
              <a:tr h="26850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61018"/>
                  </a:ext>
                </a:extLst>
              </a:tr>
              <a:tr h="31930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004854"/>
                  </a:ext>
                </a:extLst>
              </a:tr>
              <a:tr h="31930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952300"/>
                  </a:ext>
                </a:extLst>
              </a:tr>
              <a:tr h="31930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392681"/>
                  </a:ext>
                </a:extLst>
              </a:tr>
              <a:tr h="31930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8866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948217-4FBC-DD44-829B-3531DEB3D7C4}"/>
                  </a:ext>
                </a:extLst>
              </p:cNvPr>
              <p:cNvSpPr txBox="1"/>
              <p:nvPr/>
            </p:nvSpPr>
            <p:spPr>
              <a:xfrm>
                <a:off x="2785533" y="4491335"/>
                <a:ext cx="33104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948217-4FBC-DD44-829B-3531DEB3D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533" y="4491335"/>
                <a:ext cx="3310467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EFACB7D-E0AC-054F-AB6C-D8E01DCA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12</a:t>
            </a:fld>
            <a:endParaRPr lang="en-IL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F7018A-99B4-414B-96BA-80900D628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85034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4575" y="984309"/>
                <a:ext cx="11597291" cy="609575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Using hash-functions in streaming algorithms, require analysis of collisions.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For better story, we will use the problem: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Since we want to </a:t>
                </a:r>
                <a:r>
                  <a:rPr lang="en-US" sz="2400" b="1" u="sng" dirty="0"/>
                  <a:t>bound</a:t>
                </a:r>
                <a:r>
                  <a:rPr lang="en-US" sz="2400" dirty="0"/>
                  <a:t> the probability, we may use Bernoulli’s inequality: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algn="r" rtl="1">
                  <a:lnSpc>
                    <a:spcPct val="150000"/>
                  </a:lnSpc>
                </a:pPr>
                <a:endParaRPr lang="he-IL" sz="2400" dirty="0"/>
              </a:p>
              <a:p>
                <a:pPr algn="r" rtl="1">
                  <a:lnSpc>
                    <a:spcPct val="150000"/>
                  </a:lnSpc>
                </a:pPr>
                <a:endParaRPr lang="he-IL" sz="2400" dirty="0"/>
              </a:p>
              <a:p>
                <a:pPr algn="r" rtl="1"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575" y="984309"/>
                <a:ext cx="11597291" cy="6095751"/>
              </a:xfrm>
              <a:blipFill>
                <a:blip r:embed="rId2"/>
                <a:stretch>
                  <a:fillRect l="-766" r="-8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1D563-C544-444A-A3C9-E9347DC8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13</a:t>
            </a:fld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9E410-BD61-FF45-A0B9-C96AD2173AC2}"/>
              </a:ext>
            </a:extLst>
          </p:cNvPr>
          <p:cNvSpPr/>
          <p:nvPr/>
        </p:nvSpPr>
        <p:spPr>
          <a:xfrm>
            <a:off x="4222505" y="399534"/>
            <a:ext cx="3586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IL" sz="3200" b="1" dirty="0"/>
              <a:t>Collision Probability</a:t>
            </a:r>
            <a:endParaRPr lang="en-IL" sz="3200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9520FD4-E5E1-B044-8086-3E3CD821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BAFD1B-21EA-1243-982F-1DB47CA37E21}"/>
                  </a:ext>
                </a:extLst>
              </p:cNvPr>
              <p:cNvSpPr txBox="1"/>
              <p:nvPr/>
            </p:nvSpPr>
            <p:spPr>
              <a:xfrm>
                <a:off x="3454401" y="2782380"/>
                <a:ext cx="4597400" cy="105548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dirty="0"/>
                  <a:t>We have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balls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bins.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/>
                  <a:t>Each step, one balls is throw to a bin.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BAFD1B-21EA-1243-982F-1DB47CA37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1" y="2782380"/>
                <a:ext cx="4597400" cy="1055482"/>
              </a:xfrm>
              <a:prstGeom prst="rect">
                <a:avLst/>
              </a:prstGeom>
              <a:blipFill>
                <a:blip r:embed="rId3"/>
                <a:stretch>
                  <a:fillRect l="-1648" b="-1058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85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4575" y="984309"/>
                <a:ext cx="11597291" cy="609575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balls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bins. Each step, one balls is throw to a bin.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find the collision probability (a ball is land in a bin that already has at least 1 ball).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Events</a:t>
                </a:r>
                <a:r>
                  <a:rPr lang="en-US" sz="2400" dirty="0"/>
                  <a:t>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no collision when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ball is thrown</a:t>
                </a:r>
              </a:p>
              <a:p>
                <a:pPr algn="r" rt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algn="r" rtl="1">
                  <a:lnSpc>
                    <a:spcPct val="150000"/>
                  </a:lnSpc>
                </a:pPr>
                <a:endParaRPr lang="he-IL" sz="2400" dirty="0"/>
              </a:p>
              <a:p>
                <a:pPr algn="r" rtl="1">
                  <a:lnSpc>
                    <a:spcPct val="150000"/>
                  </a:lnSpc>
                </a:pPr>
                <a:endParaRPr lang="he-IL" sz="2400" dirty="0"/>
              </a:p>
              <a:p>
                <a:pPr algn="r" rtl="1"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575" y="984309"/>
                <a:ext cx="11597291" cy="6095751"/>
              </a:xfrm>
              <a:blipFill>
                <a:blip r:embed="rId2"/>
                <a:stretch>
                  <a:fillRect l="-766" r="-8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1D563-C544-444A-A3C9-E9347DC8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14</a:t>
            </a:fld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9E410-BD61-FF45-A0B9-C96AD2173AC2}"/>
              </a:ext>
            </a:extLst>
          </p:cNvPr>
          <p:cNvSpPr/>
          <p:nvPr/>
        </p:nvSpPr>
        <p:spPr>
          <a:xfrm>
            <a:off x="4222505" y="399534"/>
            <a:ext cx="3586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IL" sz="3200" b="1" dirty="0"/>
              <a:t>Collision Probability</a:t>
            </a:r>
            <a:endParaRPr lang="en-IL" sz="3200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9520FD4-E5E1-B044-8086-3E3CD821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5873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3211" y="283688"/>
                <a:ext cx="10587825" cy="59653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0" dirty="0"/>
                  <a:t>Generally:</a:t>
                </a:r>
                <a:br>
                  <a:rPr lang="en-US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algn="r" rtl="1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∩…∩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he-IL" sz="24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2400" dirty="0"/>
                  <a:t>All events are independent:</a:t>
                </a:r>
                <a:endParaRPr lang="he-IL" sz="2400" dirty="0"/>
              </a:p>
              <a:p>
                <a:pPr algn="r" rt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∩…∩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⋅⋅⋅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  <m:e>
                          <m:nary>
                            <m:naryPr>
                              <m:chr m:val="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⋅⋅⋅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he-IL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he-IL" sz="2400" dirty="0"/>
              </a:p>
              <a:p>
                <a:pPr algn="r" rtl="1"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3211" y="283688"/>
                <a:ext cx="10587825" cy="5965347"/>
              </a:xfrm>
              <a:blipFill>
                <a:blip r:embed="rId2"/>
                <a:stretch>
                  <a:fillRect l="-839" b="-1210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1D563-C544-444A-A3C9-E9347DC8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15</a:t>
            </a:fld>
            <a:endParaRPr lang="en-IL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E948AD-E9E2-3543-9F5A-B1242891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6541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2544" y="332795"/>
                <a:ext cx="10587825" cy="5965347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2400" dirty="0"/>
                  <a:t>Using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/>
                  <a:t> (Bernoulli’s inequality):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We get: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∩…∩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⋅⋅⋅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⋅⋅⋅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−…−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2544" y="332795"/>
                <a:ext cx="10587825" cy="5965347"/>
              </a:xfrm>
              <a:blipFill>
                <a:blip r:embed="rId2"/>
                <a:stretch>
                  <a:fillRect l="-9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1D563-C544-444A-A3C9-E9347DC8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16</a:t>
            </a:fld>
            <a:endParaRPr lang="en-IL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186F905-6AD7-D24B-A83E-59C4D6D4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883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22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2544" y="332795"/>
                <a:ext cx="10587825" cy="59653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br>
                  <a:rPr lang="en-US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−…−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1+2+…+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Arithmetic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Now we can decide what number of bins is the best to minimize collisions </a:t>
                </a:r>
                <a:r>
                  <a:rPr lang="en-US" sz="2400" dirty="0">
                    <a:sym typeface="Wingdings" pitchFamily="2" charset="2"/>
                  </a:rPr>
                  <a:t> 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4DBEAB-A46E-48FE-BF2B-4D41DCE2E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2544" y="332795"/>
                <a:ext cx="10587825" cy="5965347"/>
              </a:xfrm>
              <a:blipFill>
                <a:blip r:embed="rId2"/>
                <a:stretch>
                  <a:fillRect l="-9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1D563-C544-444A-A3C9-E9347DC8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17</a:t>
            </a:fld>
            <a:endParaRPr lang="en-IL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28A1E5-DE7D-D64C-B9C1-2B72703F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7503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Upper Bound for Coin 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64067" y="1049867"/>
                <a:ext cx="10989733" cy="544406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A fair coin is flipped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IL" sz="2400" dirty="0"/>
                  <a:t> times. For any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&gt;0, </m:t>
                    </m:r>
                  </m:oMath>
                </a14:m>
                <a:r>
                  <a:rPr lang="en-US" altLang="en-IL" sz="2400" dirty="0"/>
                  <a:t> we want to find the upper bound on the probability that there is a sequence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IL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IL" sz="2400" dirty="0"/>
                  <a:t> consecutive heads.</a:t>
                </a:r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4067" y="1049867"/>
                <a:ext cx="10989733" cy="5444065"/>
              </a:xfrm>
              <a:blipFill>
                <a:blip r:embed="rId2"/>
                <a:stretch>
                  <a:fillRect l="-80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18</a:t>
            </a:fld>
            <a:endParaRPr lang="en-US" altLang="zh-TW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A95F59-FBED-3940-B39A-D578F8D5E675}"/>
              </a:ext>
            </a:extLst>
          </p:cNvPr>
          <p:cNvSpPr/>
          <p:nvPr/>
        </p:nvSpPr>
        <p:spPr>
          <a:xfrm>
            <a:off x="1718733" y="35390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D7BB25-942A-E44B-98EC-240AED63CE8B}"/>
              </a:ext>
            </a:extLst>
          </p:cNvPr>
          <p:cNvSpPr/>
          <p:nvPr/>
        </p:nvSpPr>
        <p:spPr>
          <a:xfrm>
            <a:off x="2633133" y="35390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49A923-34F1-9742-8CE5-9E3D792154D5}"/>
              </a:ext>
            </a:extLst>
          </p:cNvPr>
          <p:cNvSpPr/>
          <p:nvPr/>
        </p:nvSpPr>
        <p:spPr>
          <a:xfrm>
            <a:off x="3547533" y="35390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1D8E63-19AF-CA42-B08E-12E85A97E69E}"/>
              </a:ext>
            </a:extLst>
          </p:cNvPr>
          <p:cNvSpPr/>
          <p:nvPr/>
        </p:nvSpPr>
        <p:spPr>
          <a:xfrm>
            <a:off x="4461933" y="35390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B02D39-538E-C64A-A758-66BF6B397AC7}"/>
              </a:ext>
            </a:extLst>
          </p:cNvPr>
          <p:cNvSpPr/>
          <p:nvPr/>
        </p:nvSpPr>
        <p:spPr>
          <a:xfrm>
            <a:off x="5376333" y="3530600"/>
            <a:ext cx="821267" cy="77893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56F2AC-F3BA-814F-A01A-D1E5C2EC8D8B}"/>
              </a:ext>
            </a:extLst>
          </p:cNvPr>
          <p:cNvSpPr/>
          <p:nvPr/>
        </p:nvSpPr>
        <p:spPr>
          <a:xfrm>
            <a:off x="6290733" y="3530600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7715C-AE49-BE4F-96AF-FC8B665ACD2C}"/>
              </a:ext>
            </a:extLst>
          </p:cNvPr>
          <p:cNvSpPr txBox="1"/>
          <p:nvPr/>
        </p:nvSpPr>
        <p:spPr>
          <a:xfrm>
            <a:off x="9073401" y="3577484"/>
            <a:ext cx="31899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L" sz="3600" dirty="0"/>
              <a:t>…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1E1A344-3517-EB42-AD38-4AD7D1CCE131}"/>
              </a:ext>
            </a:extLst>
          </p:cNvPr>
          <p:cNvSpPr/>
          <p:nvPr/>
        </p:nvSpPr>
        <p:spPr>
          <a:xfrm>
            <a:off x="7205133" y="35390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66DE97-8C06-C04F-B58C-A18C0E7A2525}"/>
              </a:ext>
            </a:extLst>
          </p:cNvPr>
          <p:cNvSpPr/>
          <p:nvPr/>
        </p:nvSpPr>
        <p:spPr>
          <a:xfrm>
            <a:off x="8164732" y="3547535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B719804-F94F-2C4E-AEEB-67E9AE807F3C}"/>
              </a:ext>
            </a:extLst>
          </p:cNvPr>
          <p:cNvSpPr/>
          <p:nvPr/>
        </p:nvSpPr>
        <p:spPr>
          <a:xfrm rot="5400000">
            <a:off x="7492999" y="3752854"/>
            <a:ext cx="245533" cy="17398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9F0F1B-68AD-E54C-815A-77209D238315}"/>
                  </a:ext>
                </a:extLst>
              </p:cNvPr>
              <p:cNvSpPr txBox="1"/>
              <p:nvPr/>
            </p:nvSpPr>
            <p:spPr>
              <a:xfrm>
                <a:off x="5786966" y="5030405"/>
                <a:ext cx="3657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9F0F1B-68AD-E54C-815A-77209D238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966" y="5030405"/>
                <a:ext cx="3657796" cy="276999"/>
              </a:xfrm>
              <a:prstGeom prst="rect">
                <a:avLst/>
              </a:prstGeom>
              <a:blipFill>
                <a:blip r:embed="rId3"/>
                <a:stretch>
                  <a:fillRect l="-346" t="-4348" r="-1038" b="-3043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4535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Upper Bound for Coin 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b="1" dirty="0"/>
                  <a:t>Events</a:t>
                </a:r>
                <a:r>
                  <a:rPr lang="en-US" altLang="en-IL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IL" sz="2400" dirty="0"/>
                  <a:t> -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en-IL" sz="2400" dirty="0"/>
                  <a:t> flip is head, for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IL" sz="2400" dirty="0"/>
                  <a:t>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IL" sz="2400" dirty="0"/>
                  <a:t> - starting from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en-IL" sz="2400" dirty="0"/>
                  <a:t> flip, we get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IL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IL" sz="2400" dirty="0"/>
                  <a:t> heads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The samples of each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IL" sz="2400" dirty="0"/>
                  <a:t> can be 1 flip after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en-IL" sz="2400" dirty="0"/>
                  <a:t> flip, 2 flips, …,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en-IL" sz="240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IL" sz="24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en-IL" sz="240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IL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+1=8−3−1+1=5</m:t>
                      </m:r>
                    </m:oMath>
                  </m:oMathPara>
                </a14:m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19</a:t>
            </a:fld>
            <a:endParaRPr lang="en-US" altLang="zh-TW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359677-B805-9649-A076-799E148C97C2}"/>
              </a:ext>
            </a:extLst>
          </p:cNvPr>
          <p:cNvSpPr/>
          <p:nvPr/>
        </p:nvSpPr>
        <p:spPr>
          <a:xfrm>
            <a:off x="2463800" y="37422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C10B89-315D-C144-B99C-C0C4F23D2A0F}"/>
              </a:ext>
            </a:extLst>
          </p:cNvPr>
          <p:cNvSpPr/>
          <p:nvPr/>
        </p:nvSpPr>
        <p:spPr>
          <a:xfrm>
            <a:off x="3378200" y="37422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01D2DF-5E16-0049-A563-021EE6483313}"/>
              </a:ext>
            </a:extLst>
          </p:cNvPr>
          <p:cNvSpPr/>
          <p:nvPr/>
        </p:nvSpPr>
        <p:spPr>
          <a:xfrm>
            <a:off x="4292600" y="37422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C00C03-D26F-2C42-AA08-E2017D4C88B4}"/>
              </a:ext>
            </a:extLst>
          </p:cNvPr>
          <p:cNvSpPr/>
          <p:nvPr/>
        </p:nvSpPr>
        <p:spPr>
          <a:xfrm>
            <a:off x="5207000" y="37422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8FC39E-D690-3C4D-BDBE-ED3CF32407D0}"/>
              </a:ext>
            </a:extLst>
          </p:cNvPr>
          <p:cNvSpPr/>
          <p:nvPr/>
        </p:nvSpPr>
        <p:spPr>
          <a:xfrm>
            <a:off x="6121400" y="3733800"/>
            <a:ext cx="821267" cy="77893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35589A-ADDB-AC4C-AB52-FB183B8203A9}"/>
              </a:ext>
            </a:extLst>
          </p:cNvPr>
          <p:cNvSpPr/>
          <p:nvPr/>
        </p:nvSpPr>
        <p:spPr>
          <a:xfrm>
            <a:off x="7035800" y="3733800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E85AF1-A3B9-F84A-8430-C73EB00B7351}"/>
              </a:ext>
            </a:extLst>
          </p:cNvPr>
          <p:cNvSpPr/>
          <p:nvPr/>
        </p:nvSpPr>
        <p:spPr>
          <a:xfrm>
            <a:off x="7950200" y="3742267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21F50-CE46-9F4A-8060-72DD17AC05E9}"/>
              </a:ext>
            </a:extLst>
          </p:cNvPr>
          <p:cNvSpPr/>
          <p:nvPr/>
        </p:nvSpPr>
        <p:spPr>
          <a:xfrm>
            <a:off x="8909799" y="3750735"/>
            <a:ext cx="821267" cy="76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943D4F-8C52-A84D-A048-BF9260751A74}"/>
              </a:ext>
            </a:extLst>
          </p:cNvPr>
          <p:cNvCxnSpPr/>
          <p:nvPr/>
        </p:nvCxnSpPr>
        <p:spPr>
          <a:xfrm flipH="1" flipV="1">
            <a:off x="6654800" y="4512734"/>
            <a:ext cx="1794933" cy="567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3236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Upper Bound for Coin 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We look for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∪…∪</m:t>
                    </m:r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IL" sz="2400" dirty="0"/>
                  <a:t> where </a:t>
                </a:r>
                <a14:m>
                  <m:oMath xmlns:m="http://schemas.openxmlformats.org/officeDocument/2006/math">
                    <m:r>
                      <a:rPr lang="en-US" altLang="en-IL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IL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en-IL" sz="2400" i="1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By union bound: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All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IL" sz="2400" dirty="0"/>
                  <a:t> is equal, lets calculate one of them: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IL" sz="2400" dirty="0"/>
                  <a:t> - getting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IL" sz="2400" dirty="0"/>
                  <a:t> heads, starting from the first flip: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∩…∩</m:t>
                          </m:r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fName>
                                <m: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⋅⋅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fName>
                                <m: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⋅⋅⋅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  <a:blipFill>
                <a:blip r:embed="rId2"/>
                <a:stretch>
                  <a:fillRect l="-874" t="-11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472174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Upper Bound for Coin 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∩…∩</m:t>
                          </m:r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fName>
                                <m: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⋅⋅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fName>
                                <m: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en-IL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⋅⋅⋅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IL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IL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IL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sup>
                          </m:sSup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Back to union bound: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  <a:blipFill>
                <a:blip r:embed="rId2"/>
                <a:stretch>
                  <a:fillRect l="-874" b="-2224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740051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Upper Bound for Coin 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The samples of each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IL" sz="2400" dirty="0"/>
                  <a:t> can be 1 flip after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en-IL" sz="2400" dirty="0"/>
                  <a:t> flip, 2 flips, …, </a:t>
                </a:r>
                <a14:m>
                  <m:oMath xmlns:m="http://schemas.openxmlformats.org/officeDocument/2006/math"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en-IL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en-IL" sz="2400" i="1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en-IL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en-IL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IL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f>
                            <m:f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en-IL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IL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en-IL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IL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6333" y="973667"/>
                <a:ext cx="11616267" cy="5520265"/>
              </a:xfrm>
              <a:blipFill>
                <a:blip r:embed="rId2"/>
                <a:stretch>
                  <a:fillRect l="-874" t="-36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87065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F9CBAC07-C106-DB48-B875-CDB0C91E3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Approximation and Randomization</a:t>
            </a:r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0C735064-99C2-E94D-AB5C-2601F76B1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12333"/>
            <a:ext cx="10972800" cy="48646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Many things are hard to compute exactly over a stream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Is the count of all items the same in two different streams?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b="1" u="sng" dirty="0"/>
              <a:t>Approximation</a:t>
            </a:r>
            <a:r>
              <a:rPr lang="en-US" altLang="en-IL" sz="2400" dirty="0"/>
              <a:t>: find an answer correct within some factor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IL" dirty="0"/>
              <a:t>”Find an answer that is within 10% of correct result”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b="1" u="sng" dirty="0"/>
              <a:t>Randomization</a:t>
            </a:r>
            <a:r>
              <a:rPr lang="en-US" altLang="en-IL" sz="2400" dirty="0"/>
              <a:t>: allow a small probability of </a:t>
            </a:r>
            <a:r>
              <a:rPr lang="en-US" altLang="en-IL" sz="2400" u="sng" dirty="0"/>
              <a:t>failure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IL" dirty="0"/>
              <a:t>“Answer is correct, except with probability 1 in 10,000”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8532741-159D-204D-9BBC-628CBA41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TW" dirty="0"/>
              <a:t>Or </a:t>
            </a:r>
            <a:r>
              <a:rPr lang="en-US" altLang="zh-TW" dirty="0" err="1"/>
              <a:t>Peretz</a:t>
            </a:r>
            <a:endParaRPr lang="en-US" altLang="zh-TW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225AAA3C-3F52-7E4D-9C2F-3450A103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B23465A-320C-6546-80FA-2E2739702761}" type="slidenum">
              <a:rPr lang="en-US" altLang="zh-TW" smtClean="0"/>
              <a:pPr/>
              <a:t>23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F9CBAC07-C106-DB48-B875-CDB0C91E3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Approximation and Randomization</a:t>
            </a:r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0C735064-99C2-E94D-AB5C-2601F76B1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12333"/>
            <a:ext cx="10972800" cy="48646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More generally,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b="1" dirty="0"/>
              <a:t>Approximation</a:t>
            </a:r>
            <a:r>
              <a:rPr lang="en-US" altLang="en-IL" sz="2400" dirty="0"/>
              <a:t>: find an answer correct within a (1</a:t>
            </a:r>
            <a:r>
              <a:rPr lang="en-US" altLang="en-IL" sz="2400" dirty="0">
                <a:sym typeface="Symbol" pitchFamily="2" charset="2"/>
              </a:rPr>
              <a:t></a:t>
            </a:r>
            <a:r>
              <a:rPr lang="en-US" altLang="en-IL" sz="2400" dirty="0"/>
              <a:t> </a:t>
            </a:r>
            <a:r>
              <a:rPr lang="en-US" altLang="en-IL" sz="2400" dirty="0">
                <a:solidFill>
                  <a:srgbClr val="FF0000"/>
                </a:solidFill>
                <a:sym typeface="Symbol" pitchFamily="2" charset="2"/>
              </a:rPr>
              <a:t></a:t>
            </a:r>
            <a:r>
              <a:rPr lang="en-US" altLang="en-IL" sz="2400" dirty="0"/>
              <a:t>) factor approximation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b="1" dirty="0"/>
              <a:t>Randomization</a:t>
            </a:r>
            <a:r>
              <a:rPr lang="en-US" altLang="en-IL" sz="2400" dirty="0"/>
              <a:t>: allow a small probability of failure / success probability (1-</a:t>
            </a:r>
            <a:r>
              <a:rPr lang="en-US" altLang="en-IL" sz="2400" dirty="0">
                <a:solidFill>
                  <a:schemeClr val="accent1"/>
                </a:solidFill>
                <a:sym typeface="Symbol" pitchFamily="2" charset="2"/>
              </a:rPr>
              <a:t></a:t>
            </a:r>
            <a:r>
              <a:rPr lang="en-US" altLang="en-IL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Here we want to develop Approximation </a:t>
            </a:r>
            <a:r>
              <a:rPr lang="en-US" altLang="en-IL" sz="2400" b="1" dirty="0"/>
              <a:t>and</a:t>
            </a:r>
            <a:r>
              <a:rPr lang="en-US" altLang="en-IL" sz="2400" dirty="0"/>
              <a:t> Randomization algorithms,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called </a:t>
            </a:r>
            <a:r>
              <a:rPr lang="en-US" altLang="en-IL" sz="2400" b="1" dirty="0"/>
              <a:t>(</a:t>
            </a:r>
            <a:r>
              <a:rPr lang="en-US" altLang="en-IL" sz="2400" b="1" dirty="0">
                <a:solidFill>
                  <a:srgbClr val="FF0000"/>
                </a:solidFill>
                <a:sym typeface="Symbol" pitchFamily="2" charset="2"/>
              </a:rPr>
              <a:t></a:t>
            </a:r>
            <a:r>
              <a:rPr lang="en-US" altLang="en-IL" sz="2400" b="1" dirty="0"/>
              <a:t>, </a:t>
            </a:r>
            <a:r>
              <a:rPr lang="en-US" altLang="en-IL" sz="2400" b="1" dirty="0">
                <a:solidFill>
                  <a:schemeClr val="accent1"/>
                </a:solidFill>
                <a:sym typeface="Symbol" pitchFamily="2" charset="2"/>
              </a:rPr>
              <a:t></a:t>
            </a:r>
            <a:r>
              <a:rPr lang="en-US" altLang="en-IL" sz="2400" b="1" dirty="0"/>
              <a:t>)-approximations</a:t>
            </a:r>
            <a:r>
              <a:rPr lang="en-US" altLang="en-IL" sz="2400" dirty="0"/>
              <a:t>.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E994FA3-08C5-4248-A983-B258B0F9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TW" dirty="0"/>
              <a:t>Or </a:t>
            </a:r>
            <a:r>
              <a:rPr lang="en-US" altLang="zh-TW" dirty="0" err="1"/>
              <a:t>Peretz</a:t>
            </a:r>
            <a:endParaRPr lang="en-US" altLang="zh-TW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735B6F5-4916-3440-B408-E0A7F668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B23465A-320C-6546-80FA-2E2739702761}" type="slidenum">
              <a:rPr lang="en-US" altLang="zh-TW" smtClean="0"/>
              <a:pPr/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669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30766" y="1146243"/>
                <a:ext cx="10930467" cy="52788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en-US" altLang="en-IL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u="sng" dirty="0"/>
                  <a:t>Goal</a:t>
                </a:r>
                <a:r>
                  <a:rPr lang="en-US" altLang="en-IL" sz="2400" dirty="0"/>
                  <a:t>: minimize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IL" sz="2400" dirty="0"/>
                  <a:t> as much as we can</a:t>
                </a:r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en-US" altLang="en-IL" sz="2400" dirty="0"/>
                  <a:t>Best is </a:t>
                </a:r>
                <a14:m>
                  <m:oMath xmlns:m="http://schemas.openxmlformats.org/officeDocument/2006/math"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altLang="en-IL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en-IL" sz="2400" dirty="0"/>
                  <a:t>, for all </a:t>
                </a:r>
                <a14:m>
                  <m:oMath xmlns:m="http://schemas.openxmlformats.org/officeDocument/2006/math">
                    <m:r>
                      <a:rPr lang="en-US" altLang="en-IL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en-IL" sz="2400" b="0" dirty="0"/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en-US" altLang="en-IL" sz="2400" dirty="0"/>
                  <a:t>We will require the result to hold with probability of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en-IL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en-IL" sz="24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(if </a:t>
                </a:r>
                <a14:m>
                  <m:oMath xmlns:m="http://schemas.openxmlformats.org/officeDocument/2006/math">
                    <m:r>
                      <a:rPr lang="en-US" altLang="en-IL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en-IL" sz="2400" dirty="0"/>
                  <a:t> is very small then the probability is close to 1).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For example, if </a:t>
                </a:r>
                <a14:m>
                  <m:oMath xmlns:m="http://schemas.openxmlformats.org/officeDocument/2006/math"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en-IL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en-IL" sz="2400" i="1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en-US" altLang="en-IL" sz="2400" dirty="0"/>
                  <a:t> then we will have an error of more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en-IL" sz="2400" dirty="0"/>
                  <a:t> only 1% of the time(in 99% we are good!!)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0766" y="1146243"/>
                <a:ext cx="10930467" cy="5278899"/>
              </a:xfrm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90972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14593</TotalTime>
  <Words>1556</Words>
  <Application>Microsoft Macintosh PowerPoint</Application>
  <PresentationFormat>Widescreen</PresentationFormat>
  <Paragraphs>289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Cloud Based Data Engineering</vt:lpstr>
      <vt:lpstr>PowerPoint Presentation</vt:lpstr>
      <vt:lpstr>PowerPoint Presentation</vt:lpstr>
      <vt:lpstr>PowerPoint Presentation</vt:lpstr>
      <vt:lpstr>Hash Tables / Functions</vt:lpstr>
      <vt:lpstr>Hashing</vt:lpstr>
      <vt:lpstr>Hashing</vt:lpstr>
      <vt:lpstr>Issues with Hashing</vt:lpstr>
      <vt:lpstr>Methods of Resolution</vt:lpstr>
      <vt:lpstr>Collision Resolution by Chaining</vt:lpstr>
      <vt:lpstr>Collision Resolution by Chaining</vt:lpstr>
      <vt:lpstr>Good Hash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Upper Bound for Coin Flip</vt:lpstr>
      <vt:lpstr>Upper Bound for Coin Flip</vt:lpstr>
      <vt:lpstr>Upper Bound for Coin Flip</vt:lpstr>
      <vt:lpstr>Upper Bound for Coin Flip</vt:lpstr>
      <vt:lpstr>Upper Bound for Coin Flip</vt:lpstr>
      <vt:lpstr>Approximation and Randomization</vt:lpstr>
      <vt:lpstr>Approximation and Randomization</vt:lpstr>
      <vt:lpstr>Approximation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276</cp:revision>
  <dcterms:created xsi:type="dcterms:W3CDTF">2021-02-09T13:47:38Z</dcterms:created>
  <dcterms:modified xsi:type="dcterms:W3CDTF">2022-04-11T07:26:41Z</dcterms:modified>
</cp:coreProperties>
</file>