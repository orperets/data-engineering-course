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381" r:id="rId3"/>
    <p:sldId id="393" r:id="rId4"/>
    <p:sldId id="394" r:id="rId5"/>
    <p:sldId id="396" r:id="rId6"/>
    <p:sldId id="397" r:id="rId7"/>
    <p:sldId id="398" r:id="rId8"/>
    <p:sldId id="1944" r:id="rId9"/>
    <p:sldId id="1954" r:id="rId10"/>
    <p:sldId id="1835" r:id="rId11"/>
    <p:sldId id="1953" r:id="rId12"/>
    <p:sldId id="1876" r:id="rId13"/>
    <p:sldId id="1877" r:id="rId14"/>
    <p:sldId id="1902" r:id="rId15"/>
    <p:sldId id="1879" r:id="rId16"/>
    <p:sldId id="1880" r:id="rId17"/>
    <p:sldId id="1881" r:id="rId18"/>
    <p:sldId id="1882" r:id="rId19"/>
    <p:sldId id="1883" r:id="rId20"/>
    <p:sldId id="1884" r:id="rId21"/>
    <p:sldId id="1888" r:id="rId22"/>
    <p:sldId id="280" r:id="rId23"/>
    <p:sldId id="1889" r:id="rId24"/>
    <p:sldId id="1890" r:id="rId25"/>
    <p:sldId id="1891" r:id="rId26"/>
    <p:sldId id="1892" r:id="rId27"/>
    <p:sldId id="286" r:id="rId28"/>
    <p:sldId id="1924" r:id="rId29"/>
    <p:sldId id="1925" r:id="rId30"/>
    <p:sldId id="1926" r:id="rId31"/>
    <p:sldId id="1927" r:id="rId32"/>
    <p:sldId id="1928" r:id="rId33"/>
    <p:sldId id="1929" r:id="rId34"/>
    <p:sldId id="1930" r:id="rId35"/>
    <p:sldId id="1931" r:id="rId36"/>
    <p:sldId id="1932" r:id="rId37"/>
    <p:sldId id="1933" r:id="rId38"/>
    <p:sldId id="1941" r:id="rId39"/>
    <p:sldId id="329" r:id="rId40"/>
    <p:sldId id="1905" r:id="rId41"/>
    <p:sldId id="1909" r:id="rId42"/>
    <p:sldId id="1955" r:id="rId43"/>
    <p:sldId id="1946" r:id="rId44"/>
    <p:sldId id="1947" r:id="rId45"/>
    <p:sldId id="1948" r:id="rId46"/>
    <p:sldId id="1949" r:id="rId47"/>
    <p:sldId id="1942" r:id="rId48"/>
    <p:sldId id="666" r:id="rId49"/>
    <p:sldId id="675" r:id="rId50"/>
    <p:sldId id="674" r:id="rId51"/>
    <p:sldId id="729" r:id="rId52"/>
    <p:sldId id="730" r:id="rId53"/>
    <p:sldId id="731" r:id="rId54"/>
    <p:sldId id="1950" r:id="rId55"/>
    <p:sldId id="1951" r:id="rId56"/>
    <p:sldId id="1952" r:id="rId57"/>
    <p:sldId id="416" r:id="rId58"/>
    <p:sldId id="418" r:id="rId5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145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02/03/2022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592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0194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2478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1264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3859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047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8641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2101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837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3670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295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0743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198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106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294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551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788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7548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8590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6192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8769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30650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9547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78661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96500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4266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5842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119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263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2071-63D9-9042-A7D1-A4E14E12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ECB75-17EE-7049-B65D-9739731F7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6DFB5-324E-EE40-81C7-A62D89C3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6F72E-D73C-3D44-9C5F-042369B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6C64-6D2B-324B-A884-C7461E4B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44687-BE74-124B-BBC5-7DD0CADE710E}" type="slidenum">
              <a:rPr lang="en-US" altLang="en-IL"/>
              <a:pPr/>
              <a:t>‹#›</a:t>
            </a:fld>
            <a:endParaRPr lang="en-US" altLang="en-IL"/>
          </a:p>
        </p:txBody>
      </p:sp>
    </p:spTree>
    <p:extLst>
      <p:ext uri="{BB962C8B-B14F-4D97-AF65-F5344CB8AC3E}">
        <p14:creationId xmlns:p14="http://schemas.microsoft.com/office/powerpoint/2010/main" val="320203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3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64.png"/><Relationship Id="rId18" Type="http://schemas.openxmlformats.org/officeDocument/2006/relationships/image" Target="../media/image56.png"/><Relationship Id="rId3" Type="http://schemas.openxmlformats.org/officeDocument/2006/relationships/image" Target="../media/image42.png"/><Relationship Id="rId21" Type="http://schemas.openxmlformats.org/officeDocument/2006/relationships/image" Target="../media/image59.png"/><Relationship Id="rId7" Type="http://schemas.openxmlformats.org/officeDocument/2006/relationships/image" Target="../media/image46.png"/><Relationship Id="rId12" Type="http://schemas.openxmlformats.org/officeDocument/2006/relationships/image" Target="../media/image62.png"/><Relationship Id="rId17" Type="http://schemas.openxmlformats.org/officeDocument/2006/relationships/image" Target="../media/image55.png"/><Relationship Id="rId25" Type="http://schemas.openxmlformats.org/officeDocument/2006/relationships/image" Target="../media/image68.png"/><Relationship Id="rId2" Type="http://schemas.openxmlformats.org/officeDocument/2006/relationships/image" Target="../media/image41.png"/><Relationship Id="rId16" Type="http://schemas.openxmlformats.org/officeDocument/2006/relationships/image" Target="../media/image52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7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1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65.png"/><Relationship Id="rId22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26" Type="http://schemas.openxmlformats.org/officeDocument/2006/relationships/image" Target="../media/image95.png"/><Relationship Id="rId3" Type="http://schemas.openxmlformats.org/officeDocument/2006/relationships/image" Target="../media/image42.png"/><Relationship Id="rId21" Type="http://schemas.openxmlformats.org/officeDocument/2006/relationships/image" Target="../media/image59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69.png"/><Relationship Id="rId25" Type="http://schemas.openxmlformats.org/officeDocument/2006/relationships/image" Target="../media/image92.png"/><Relationship Id="rId2" Type="http://schemas.openxmlformats.org/officeDocument/2006/relationships/image" Target="../media/image41.png"/><Relationship Id="rId16" Type="http://schemas.openxmlformats.org/officeDocument/2006/relationships/image" Target="../media/image6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88.png"/><Relationship Id="rId5" Type="http://schemas.openxmlformats.org/officeDocument/2006/relationships/image" Target="../media/image44.png"/><Relationship Id="rId15" Type="http://schemas.openxmlformats.org/officeDocument/2006/relationships/image" Target="../media/image66.png"/><Relationship Id="rId23" Type="http://schemas.openxmlformats.org/officeDocument/2006/relationships/image" Target="../media/image61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96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95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92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88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70.png"/><Relationship Id="rId26" Type="http://schemas.openxmlformats.org/officeDocument/2006/relationships/image" Target="../media/image99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95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92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88.png"/><Relationship Id="rId10" Type="http://schemas.openxmlformats.org/officeDocument/2006/relationships/image" Target="../media/image49.png"/><Relationship Id="rId19" Type="http://schemas.openxmlformats.org/officeDocument/2006/relationships/image" Target="../media/image71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99.png"/><Relationship Id="rId3" Type="http://schemas.openxmlformats.org/officeDocument/2006/relationships/image" Target="../media/image42.png"/><Relationship Id="rId21" Type="http://schemas.openxmlformats.org/officeDocument/2006/relationships/image" Target="../media/image7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95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92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88.png"/><Relationship Id="rId28" Type="http://schemas.openxmlformats.org/officeDocument/2006/relationships/image" Target="../media/image96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74.png"/><Relationship Id="rId27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99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95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92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88.png"/><Relationship Id="rId28" Type="http://schemas.openxmlformats.org/officeDocument/2006/relationships/image" Target="../media/image96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3.png"/><Relationship Id="rId26" Type="http://schemas.openxmlformats.org/officeDocument/2006/relationships/image" Target="../media/image106.png"/><Relationship Id="rId39" Type="http://schemas.openxmlformats.org/officeDocument/2006/relationships/image" Target="../media/image119.png"/><Relationship Id="rId21" Type="http://schemas.openxmlformats.org/officeDocument/2006/relationships/image" Target="../media/image98.png"/><Relationship Id="rId34" Type="http://schemas.openxmlformats.org/officeDocument/2006/relationships/image" Target="../media/image114.png"/><Relationship Id="rId42" Type="http://schemas.openxmlformats.org/officeDocument/2006/relationships/image" Target="../media/image122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6" Type="http://schemas.openxmlformats.org/officeDocument/2006/relationships/image" Target="../media/image90.png"/><Relationship Id="rId20" Type="http://schemas.openxmlformats.org/officeDocument/2006/relationships/image" Target="../media/image97.png"/><Relationship Id="rId29" Type="http://schemas.openxmlformats.org/officeDocument/2006/relationships/image" Target="../media/image109.png"/><Relationship Id="rId41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102.png"/><Relationship Id="rId32" Type="http://schemas.openxmlformats.org/officeDocument/2006/relationships/image" Target="../media/image112.png"/><Relationship Id="rId37" Type="http://schemas.openxmlformats.org/officeDocument/2006/relationships/image" Target="../media/image117.png"/><Relationship Id="rId40" Type="http://schemas.openxmlformats.org/officeDocument/2006/relationships/image" Target="../media/image120.png"/><Relationship Id="rId5" Type="http://schemas.openxmlformats.org/officeDocument/2006/relationships/image" Target="../media/image78.png"/><Relationship Id="rId15" Type="http://schemas.openxmlformats.org/officeDocument/2006/relationships/image" Target="../media/image89.png"/><Relationship Id="rId23" Type="http://schemas.openxmlformats.org/officeDocument/2006/relationships/image" Target="../media/image101.png"/><Relationship Id="rId28" Type="http://schemas.openxmlformats.org/officeDocument/2006/relationships/image" Target="../media/image108.png"/><Relationship Id="rId36" Type="http://schemas.openxmlformats.org/officeDocument/2006/relationships/image" Target="../media/image116.png"/><Relationship Id="rId10" Type="http://schemas.openxmlformats.org/officeDocument/2006/relationships/image" Target="../media/image83.png"/><Relationship Id="rId19" Type="http://schemas.openxmlformats.org/officeDocument/2006/relationships/image" Target="../media/image94.png"/><Relationship Id="rId31" Type="http://schemas.openxmlformats.org/officeDocument/2006/relationships/image" Target="../media/image111.png"/><Relationship Id="rId44" Type="http://schemas.openxmlformats.org/officeDocument/2006/relationships/image" Target="../media/image124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100.png"/><Relationship Id="rId27" Type="http://schemas.openxmlformats.org/officeDocument/2006/relationships/image" Target="../media/image107.png"/><Relationship Id="rId30" Type="http://schemas.openxmlformats.org/officeDocument/2006/relationships/image" Target="../media/image110.png"/><Relationship Id="rId35" Type="http://schemas.openxmlformats.org/officeDocument/2006/relationships/image" Target="../media/image115.png"/><Relationship Id="rId43" Type="http://schemas.openxmlformats.org/officeDocument/2006/relationships/image" Target="../media/image123.png"/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12" Type="http://schemas.openxmlformats.org/officeDocument/2006/relationships/image" Target="../media/image85.png"/><Relationship Id="rId17" Type="http://schemas.openxmlformats.org/officeDocument/2006/relationships/image" Target="../media/image91.png"/><Relationship Id="rId25" Type="http://schemas.openxmlformats.org/officeDocument/2006/relationships/image" Target="../media/image105.png"/><Relationship Id="rId33" Type="http://schemas.openxmlformats.org/officeDocument/2006/relationships/image" Target="../media/image113.png"/><Relationship Id="rId38" Type="http://schemas.openxmlformats.org/officeDocument/2006/relationships/image" Target="../media/image118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210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1540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92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219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92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220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92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221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92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222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13.png"/><Relationship Id="rId26" Type="http://schemas.openxmlformats.org/officeDocument/2006/relationships/image" Target="../media/image109.png"/><Relationship Id="rId39" Type="http://schemas.openxmlformats.org/officeDocument/2006/relationships/image" Target="../media/image143.png"/><Relationship Id="rId21" Type="http://schemas.openxmlformats.org/officeDocument/2006/relationships/image" Target="../media/image114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08.png"/><Relationship Id="rId2" Type="http://schemas.openxmlformats.org/officeDocument/2006/relationships/image" Target="../media/image192.png"/><Relationship Id="rId16" Type="http://schemas.openxmlformats.org/officeDocument/2006/relationships/image" Target="../media/image129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45" Type="http://schemas.openxmlformats.org/officeDocument/2006/relationships/image" Target="../media/image149.png"/><Relationship Id="rId5" Type="http://schemas.openxmlformats.org/officeDocument/2006/relationships/image" Target="../media/image127.png"/><Relationship Id="rId15" Type="http://schemas.openxmlformats.org/officeDocument/2006/relationships/image" Target="../media/image101.png"/><Relationship Id="rId23" Type="http://schemas.openxmlformats.org/officeDocument/2006/relationships/image" Target="../media/image116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89.png"/><Relationship Id="rId19" Type="http://schemas.openxmlformats.org/officeDocument/2006/relationships/image" Target="../media/image110.png"/><Relationship Id="rId31" Type="http://schemas.openxmlformats.org/officeDocument/2006/relationships/image" Target="../media/image135.png"/><Relationship Id="rId44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84.png"/><Relationship Id="rId14" Type="http://schemas.openxmlformats.org/officeDocument/2006/relationships/image" Target="../media/image100.png"/><Relationship Id="rId22" Type="http://schemas.openxmlformats.org/officeDocument/2006/relationships/image" Target="../media/image115.png"/><Relationship Id="rId27" Type="http://schemas.openxmlformats.org/officeDocument/2006/relationships/image" Target="../media/image11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47.png"/><Relationship Id="rId8" Type="http://schemas.openxmlformats.org/officeDocument/2006/relationships/image" Target="../media/image85.png"/><Relationship Id="rId3" Type="http://schemas.openxmlformats.org/officeDocument/2006/relationships/image" Target="../media/image125.png"/><Relationship Id="rId12" Type="http://schemas.openxmlformats.org/officeDocument/2006/relationships/image" Target="../media/image94.png"/><Relationship Id="rId17" Type="http://schemas.openxmlformats.org/officeDocument/2006/relationships/image" Target="../media/image130.png"/><Relationship Id="rId25" Type="http://schemas.openxmlformats.org/officeDocument/2006/relationships/image" Target="../media/image132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Relationship Id="rId46" Type="http://schemas.openxmlformats.org/officeDocument/2006/relationships/image" Target="../media/image223.png"/><Relationship Id="rId20" Type="http://schemas.openxmlformats.org/officeDocument/2006/relationships/image" Target="../media/image131.png"/><Relationship Id="rId41" Type="http://schemas.openxmlformats.org/officeDocument/2006/relationships/image" Target="../media/image145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10.png"/><Relationship Id="rId26" Type="http://schemas.openxmlformats.org/officeDocument/2006/relationships/image" Target="../media/image138.png"/><Relationship Id="rId39" Type="http://schemas.openxmlformats.org/officeDocument/2006/relationships/image" Target="../media/image151.png"/><Relationship Id="rId21" Type="http://schemas.openxmlformats.org/officeDocument/2006/relationships/image" Target="../media/image115.png"/><Relationship Id="rId34" Type="http://schemas.openxmlformats.org/officeDocument/2006/relationships/image" Target="../media/image146.png"/><Relationship Id="rId42" Type="http://schemas.openxmlformats.org/officeDocument/2006/relationships/image" Target="../media/image154.png"/><Relationship Id="rId47" Type="http://schemas.openxmlformats.org/officeDocument/2006/relationships/image" Target="../media/image159.png"/><Relationship Id="rId50" Type="http://schemas.openxmlformats.org/officeDocument/2006/relationships/image" Target="../media/image162.png"/><Relationship Id="rId55" Type="http://schemas.openxmlformats.org/officeDocument/2006/relationships/image" Target="../media/image109.png"/><Relationship Id="rId7" Type="http://schemas.openxmlformats.org/officeDocument/2006/relationships/image" Target="../media/image85.png"/><Relationship Id="rId2" Type="http://schemas.openxmlformats.org/officeDocument/2006/relationships/image" Target="../media/image125.png"/><Relationship Id="rId16" Type="http://schemas.openxmlformats.org/officeDocument/2006/relationships/image" Target="../media/image130.png"/><Relationship Id="rId29" Type="http://schemas.openxmlformats.org/officeDocument/2006/relationships/image" Target="../media/image141.png"/><Relationship Id="rId11" Type="http://schemas.openxmlformats.org/officeDocument/2006/relationships/image" Target="../media/image94.png"/><Relationship Id="rId24" Type="http://schemas.openxmlformats.org/officeDocument/2006/relationships/image" Target="../media/image136.png"/><Relationship Id="rId32" Type="http://schemas.openxmlformats.org/officeDocument/2006/relationships/image" Target="../media/image144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45" Type="http://schemas.openxmlformats.org/officeDocument/2006/relationships/image" Target="../media/image157.png"/><Relationship Id="rId53" Type="http://schemas.openxmlformats.org/officeDocument/2006/relationships/image" Target="../media/image77.png"/><Relationship Id="rId58" Type="http://schemas.openxmlformats.org/officeDocument/2006/relationships/image" Target="../media/image82.png"/><Relationship Id="rId5" Type="http://schemas.openxmlformats.org/officeDocument/2006/relationships/image" Target="../media/image128.png"/><Relationship Id="rId19" Type="http://schemas.openxmlformats.org/officeDocument/2006/relationships/image" Target="../media/image131.png"/><Relationship Id="rId4" Type="http://schemas.openxmlformats.org/officeDocument/2006/relationships/image" Target="../media/image127.png"/><Relationship Id="rId9" Type="http://schemas.openxmlformats.org/officeDocument/2006/relationships/image" Target="../media/image89.png"/><Relationship Id="rId14" Type="http://schemas.openxmlformats.org/officeDocument/2006/relationships/image" Target="../media/image101.png"/><Relationship Id="rId22" Type="http://schemas.openxmlformats.org/officeDocument/2006/relationships/image" Target="../media/image116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35" Type="http://schemas.openxmlformats.org/officeDocument/2006/relationships/image" Target="../media/image147.png"/><Relationship Id="rId43" Type="http://schemas.openxmlformats.org/officeDocument/2006/relationships/image" Target="../media/image155.png"/><Relationship Id="rId48" Type="http://schemas.openxmlformats.org/officeDocument/2006/relationships/image" Target="../media/image160.png"/><Relationship Id="rId56" Type="http://schemas.openxmlformats.org/officeDocument/2006/relationships/image" Target="../media/image111.png"/><Relationship Id="rId8" Type="http://schemas.openxmlformats.org/officeDocument/2006/relationships/image" Target="../media/image84.png"/><Relationship Id="rId51" Type="http://schemas.openxmlformats.org/officeDocument/2006/relationships/image" Target="../media/image163.png"/><Relationship Id="rId3" Type="http://schemas.openxmlformats.org/officeDocument/2006/relationships/image" Target="../media/image126.png"/><Relationship Id="rId12" Type="http://schemas.openxmlformats.org/officeDocument/2006/relationships/image" Target="../media/image98.png"/><Relationship Id="rId17" Type="http://schemas.openxmlformats.org/officeDocument/2006/relationships/image" Target="../media/image113.png"/><Relationship Id="rId25" Type="http://schemas.openxmlformats.org/officeDocument/2006/relationships/image" Target="../media/image137.png"/><Relationship Id="rId33" Type="http://schemas.openxmlformats.org/officeDocument/2006/relationships/image" Target="../media/image145.png"/><Relationship Id="rId38" Type="http://schemas.openxmlformats.org/officeDocument/2006/relationships/image" Target="../media/image150.png"/><Relationship Id="rId46" Type="http://schemas.openxmlformats.org/officeDocument/2006/relationships/image" Target="../media/image158.png"/><Relationship Id="rId59" Type="http://schemas.openxmlformats.org/officeDocument/2006/relationships/image" Target="../media/image134.png"/><Relationship Id="rId20" Type="http://schemas.openxmlformats.org/officeDocument/2006/relationships/image" Target="../media/image114.png"/><Relationship Id="rId41" Type="http://schemas.openxmlformats.org/officeDocument/2006/relationships/image" Target="../media/image153.png"/><Relationship Id="rId54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5" Type="http://schemas.openxmlformats.org/officeDocument/2006/relationships/image" Target="../media/image129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36" Type="http://schemas.openxmlformats.org/officeDocument/2006/relationships/image" Target="../media/image148.png"/><Relationship Id="rId49" Type="http://schemas.openxmlformats.org/officeDocument/2006/relationships/image" Target="../media/image161.png"/><Relationship Id="rId57" Type="http://schemas.openxmlformats.org/officeDocument/2006/relationships/image" Target="../media/image133.png"/><Relationship Id="rId10" Type="http://schemas.openxmlformats.org/officeDocument/2006/relationships/image" Target="../media/image90.png"/><Relationship Id="rId31" Type="http://schemas.openxmlformats.org/officeDocument/2006/relationships/image" Target="../media/image143.png"/><Relationship Id="rId44" Type="http://schemas.openxmlformats.org/officeDocument/2006/relationships/image" Target="../media/image156.png"/><Relationship Id="rId52" Type="http://schemas.openxmlformats.org/officeDocument/2006/relationships/image" Target="../media/image16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7.png"/><Relationship Id="rId18" Type="http://schemas.openxmlformats.org/officeDocument/2006/relationships/image" Target="../media/image170.png"/><Relationship Id="rId3" Type="http://schemas.openxmlformats.org/officeDocument/2006/relationships/image" Target="../media/image166.png"/><Relationship Id="rId21" Type="http://schemas.openxmlformats.org/officeDocument/2006/relationships/image" Target="../media/image113.png"/><Relationship Id="rId7" Type="http://schemas.openxmlformats.org/officeDocument/2006/relationships/image" Target="../media/image80.png"/><Relationship Id="rId12" Type="http://schemas.openxmlformats.org/officeDocument/2006/relationships/image" Target="../media/image86.png"/><Relationship Id="rId17" Type="http://schemas.openxmlformats.org/officeDocument/2006/relationships/image" Target="../media/image169.png"/><Relationship Id="rId2" Type="http://schemas.openxmlformats.org/officeDocument/2006/relationships/image" Target="../media/image165.png"/><Relationship Id="rId16" Type="http://schemas.openxmlformats.org/officeDocument/2006/relationships/image" Target="../media/image9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84.png"/><Relationship Id="rId24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91.png"/><Relationship Id="rId23" Type="http://schemas.openxmlformats.org/officeDocument/2006/relationships/image" Target="../media/image172.png"/><Relationship Id="rId10" Type="http://schemas.openxmlformats.org/officeDocument/2006/relationships/image" Target="../media/image83.png"/><Relationship Id="rId19" Type="http://schemas.openxmlformats.org/officeDocument/2006/relationships/image" Target="../media/image171.png"/><Relationship Id="rId4" Type="http://schemas.openxmlformats.org/officeDocument/2006/relationships/image" Target="../media/image125.png"/><Relationship Id="rId9" Type="http://schemas.openxmlformats.org/officeDocument/2006/relationships/image" Target="../media/image143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4.png"/><Relationship Id="rId7" Type="http://schemas.openxmlformats.org/officeDocument/2006/relationships/image" Target="../media/image174.png"/><Relationship Id="rId12" Type="http://schemas.openxmlformats.org/officeDocument/2006/relationships/image" Target="../media/image191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11" Type="http://schemas.openxmlformats.org/officeDocument/2006/relationships/image" Target="../media/image190.png"/><Relationship Id="rId5" Type="http://schemas.openxmlformats.org/officeDocument/2006/relationships/image" Target="../media/image186.png"/><Relationship Id="rId10" Type="http://schemas.openxmlformats.org/officeDocument/2006/relationships/image" Target="../media/image189.png"/><Relationship Id="rId4" Type="http://schemas.openxmlformats.org/officeDocument/2006/relationships/image" Target="../media/image185.png"/><Relationship Id="rId9" Type="http://schemas.openxmlformats.org/officeDocument/2006/relationships/image" Target="../media/image18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52" y="395416"/>
            <a:ext cx="11794982" cy="3409557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u="sng" dirty="0">
                <a:cs typeface="+mn-cs"/>
              </a:rPr>
              <a:t>Business Intelligence</a:t>
            </a:r>
            <a:endParaRPr lang="en-IL" u="sng" dirty="0"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843" y="4276585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Lecture 3</a:t>
            </a:r>
            <a:endParaRPr lang="en-IL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Lecture Agenda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Decision Making in Business using Mathematical Roles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Introduction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Decision Tree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Naïve Bayes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Regressions: Logistic vs Linear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Clustering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Principal Components Analysis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80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2400" dirty="0">
                <a:solidFill>
                  <a:schemeClr val="tx1"/>
                </a:solidFill>
              </a:rPr>
              <a:t>The Role of Mathematical Models</a:t>
            </a:r>
          </a:p>
        </p:txBody>
      </p:sp>
    </p:spTree>
    <p:extLst>
      <p:ext uri="{BB962C8B-B14F-4D97-AF65-F5344CB8AC3E}">
        <p14:creationId xmlns:p14="http://schemas.microsoft.com/office/powerpoint/2010/main" val="180188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Mathematical Models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/>
              <a:t>Mathematics can be used to represent real-world situations.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/>
              <a:t>The instruments used to represent real are called </a:t>
            </a:r>
            <a:r>
              <a:rPr lang="en-US" sz="2400" b="1" dirty="0"/>
              <a:t>mathematical models</a:t>
            </a:r>
            <a:r>
              <a:rPr lang="en-US" sz="2400" dirty="0"/>
              <a:t>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/>
              <a:t>They help us understand how the real-world works. </a:t>
            </a:r>
          </a:p>
          <a:p>
            <a:endParaRPr lang="he-IL" sz="2400" dirty="0"/>
          </a:p>
          <a:p>
            <a:r>
              <a:rPr lang="en-US" sz="2400" dirty="0"/>
              <a:t>A simple mathematical model representing profit calculation is illustrated as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D9325E-93C6-3545-ADDD-7314ED669F6F}"/>
              </a:ext>
            </a:extLst>
          </p:cNvPr>
          <p:cNvSpPr/>
          <p:nvPr/>
        </p:nvSpPr>
        <p:spPr>
          <a:xfrm>
            <a:off x="2573865" y="4334933"/>
            <a:ext cx="1981200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en-US" dirty="0"/>
              <a:t>Revenues</a:t>
            </a:r>
            <a:endParaRPr lang="en-IL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2AABDA-DA4B-754B-A1CF-D4504E65EE4B}"/>
              </a:ext>
            </a:extLst>
          </p:cNvPr>
          <p:cNvSpPr/>
          <p:nvPr/>
        </p:nvSpPr>
        <p:spPr>
          <a:xfrm>
            <a:off x="2573865" y="5091641"/>
            <a:ext cx="1981200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en-US" dirty="0"/>
              <a:t>Costs</a:t>
            </a:r>
            <a:endParaRPr lang="en-IL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D0B70B-BBEB-6B48-8112-35F64BECF9E7}"/>
              </a:ext>
            </a:extLst>
          </p:cNvPr>
          <p:cNvCxnSpPr/>
          <p:nvPr/>
        </p:nvCxnSpPr>
        <p:spPr>
          <a:xfrm>
            <a:off x="4555065" y="4563533"/>
            <a:ext cx="728134" cy="27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712833-8D3C-2543-9965-B26D027AA75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555065" y="4919133"/>
            <a:ext cx="736600" cy="42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470323-F9F0-6946-8C82-8A87B883E45A}"/>
              </a:ext>
            </a:extLst>
          </p:cNvPr>
          <p:cNvSpPr/>
          <p:nvPr/>
        </p:nvSpPr>
        <p:spPr>
          <a:xfrm>
            <a:off x="5393265" y="4682067"/>
            <a:ext cx="1718734" cy="4095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Substract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542102-36E7-014F-ADFD-29CD24C0B154}"/>
              </a:ext>
            </a:extLst>
          </p:cNvPr>
          <p:cNvCxnSpPr/>
          <p:nvPr/>
        </p:nvCxnSpPr>
        <p:spPr>
          <a:xfrm>
            <a:off x="7162801" y="4842933"/>
            <a:ext cx="7704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0B929D-51F0-CA43-A448-260E4FD04567}"/>
              </a:ext>
            </a:extLst>
          </p:cNvPr>
          <p:cNvSpPr/>
          <p:nvPr/>
        </p:nvSpPr>
        <p:spPr>
          <a:xfrm>
            <a:off x="8170332" y="4638146"/>
            <a:ext cx="1718734" cy="40957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Profit</a:t>
            </a:r>
          </a:p>
        </p:txBody>
      </p:sp>
    </p:spTree>
    <p:extLst>
      <p:ext uri="{BB962C8B-B14F-4D97-AF65-F5344CB8AC3E}">
        <p14:creationId xmlns:p14="http://schemas.microsoft.com/office/powerpoint/2010/main" val="404584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Use of Mathematical Models in Business</a:t>
            </a:r>
          </a:p>
          <a:p>
            <a:pPr>
              <a:lnSpc>
                <a:spcPct val="150000"/>
              </a:lnSpc>
            </a:pPr>
            <a:r>
              <a:rPr lang="en-US" sz="2400" u="sng" dirty="0"/>
              <a:t>Decision Making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Multiple participants with conflicting views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Use input variables and a set of conditions to arrive at a decision.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Decision-making problem faced by any business is the investment decision.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Decide whether to invest in a project or not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054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Use of Mathematical Models in Business</a:t>
            </a:r>
          </a:p>
          <a:p>
            <a:pPr>
              <a:lnSpc>
                <a:spcPct val="150000"/>
              </a:lnSpc>
            </a:pPr>
            <a:r>
              <a:rPr lang="en-US" sz="2400" u="sng" dirty="0"/>
              <a:t>Making predictions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Requirement of predicting certain factors, such as revenue, growth rate, costs.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Used in case of new product launch, change in strategy, investment needs, etc.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Predictive mathematical models are used that analyze historical data and use probability distribution as input for predicting the future values.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Regression analysis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07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Use of Mathematical Models in Business</a:t>
            </a:r>
          </a:p>
          <a:p>
            <a:pPr>
              <a:lnSpc>
                <a:spcPct val="150000"/>
              </a:lnSpc>
            </a:pPr>
            <a:r>
              <a:rPr lang="en-US" sz="2400" u="sng" dirty="0"/>
              <a:t>Optimizing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Include capacity planning, human resources planning, space planning, route planning.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Optimization mathematical models are typically used for such problems.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dirty="0"/>
              <a:t>These models often maximize or minimize a quantity by making changes in another variable or a set of variables. 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582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Supervised Learning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Given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samples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labels, we want to predict a value for a new data row.</a:t>
                </a:r>
              </a:p>
              <a:p>
                <a:pPr>
                  <a:lnSpc>
                    <a:spcPct val="150000"/>
                  </a:lnSpc>
                </a:pPr>
                <a:endParaRPr lang="en-US" sz="2400" b="1" dirty="0"/>
              </a:p>
              <a:p>
                <a:pPr marL="457200" indent="-457200">
                  <a:buAutoNum type="arabicPeriod"/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77154" name="Picture 2" descr="Introduction to Machine Learning. Supervised learning. Unsupervised  learning. Reinforcement learning. Regression. Clustering | by Yagnik Pandya  | Artificial Intelligence in Plain English">
            <a:extLst>
              <a:ext uri="{FF2B5EF4-FFF2-40B4-BE49-F238E27FC236}">
                <a16:creationId xmlns:a16="http://schemas.microsoft.com/office/drawing/2014/main" id="{9B2A3BAA-63AA-C749-989D-F692FEAF2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33" y="2362200"/>
            <a:ext cx="6639073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21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2400" dirty="0">
                <a:solidFill>
                  <a:schemeClr val="tx1"/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44252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234891" y="807980"/>
            <a:ext cx="11720575" cy="1341603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dirty="0"/>
              <a:t>A tree-like model that illustrates series of events leading to certain decisions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" sz="2400" dirty="0"/>
              <a:t>Each node represents a test on an attribute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" sz="2400" dirty="0"/>
              <a:t>Each branch is an outcome of that test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" sz="2400" dirty="0"/>
              <a:t>The leaves are the classified class</a:t>
            </a:r>
          </a:p>
        </p:txBody>
      </p:sp>
      <p:pic>
        <p:nvPicPr>
          <p:cNvPr id="1026" name="Picture 2" descr="Decision Tree Classification Algorithm » DevOps">
            <a:extLst>
              <a:ext uri="{FF2B5EF4-FFF2-40B4-BE49-F238E27FC236}">
                <a16:creationId xmlns:a16="http://schemas.microsoft.com/office/drawing/2014/main" id="{9C728083-17E6-C54B-8B58-7203731E2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733" y="2421466"/>
            <a:ext cx="52578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01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76746-306B-E94B-AAD6-B43CBF72E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1824" y="3510840"/>
            <a:ext cx="705283" cy="1655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278E26-C5C5-AE49-93FE-B30BA9AF6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33248" y="1384318"/>
            <a:ext cx="763859" cy="165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78DC32-68FE-7949-B779-9DBA1F78D1E2}"/>
              </a:ext>
            </a:extLst>
          </p:cNvPr>
          <p:cNvSpPr txBox="1"/>
          <p:nvPr/>
        </p:nvSpPr>
        <p:spPr>
          <a:xfrm>
            <a:off x="1160189" y="1550598"/>
            <a:ext cx="3055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Not a student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45 years old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Medium income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Fair credit record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76547773-C5F2-0C4F-BC45-F9D433DE2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913" y="1570994"/>
            <a:ext cx="7508587" cy="3925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16B2B-EB67-434D-BFEF-12F6B201B1EF}"/>
              </a:ext>
            </a:extLst>
          </p:cNvPr>
          <p:cNvSpPr txBox="1"/>
          <p:nvPr/>
        </p:nvSpPr>
        <p:spPr>
          <a:xfrm>
            <a:off x="1237358" y="3369031"/>
            <a:ext cx="32734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Student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27 years old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Low income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Excellent credit </a:t>
            </a:r>
            <a:br>
              <a:rPr lang="en-US" sz="2000" dirty="0"/>
            </a:br>
            <a:r>
              <a:rPr lang="en-US" sz="2000" dirty="0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420854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</a:t>
            </a:r>
          </a:p>
        </p:txBody>
      </p:sp>
      <p:pic>
        <p:nvPicPr>
          <p:cNvPr id="9" name="Picture 8" descr="A close up of a map&#10;&#10;Description automatically generated">
            <a:extLst>
              <a:ext uri="{FF2B5EF4-FFF2-40B4-BE49-F238E27FC236}">
                <a16:creationId xmlns:a16="http://schemas.microsoft.com/office/drawing/2014/main" id="{D89561D7-DB95-8E4C-B680-059B26A39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335" y="1364099"/>
            <a:ext cx="8613764" cy="45037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700E6-220E-3D43-892A-EE9C2F1C5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33248" y="1985451"/>
            <a:ext cx="763859" cy="165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B5F7F4-3ADF-2B4B-8AF2-F666B9875852}"/>
              </a:ext>
            </a:extLst>
          </p:cNvPr>
          <p:cNvSpPr txBox="1"/>
          <p:nvPr/>
        </p:nvSpPr>
        <p:spPr>
          <a:xfrm>
            <a:off x="1160189" y="2151731"/>
            <a:ext cx="3055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Not a student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45 years old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Medium income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Fair credit record</a:t>
            </a:r>
          </a:p>
        </p:txBody>
      </p:sp>
    </p:spTree>
    <p:extLst>
      <p:ext uri="{BB962C8B-B14F-4D97-AF65-F5344CB8AC3E}">
        <p14:creationId xmlns:p14="http://schemas.microsoft.com/office/powerpoint/2010/main" val="275666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0FDC8A19-BCCE-294C-93AF-EE4948CD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769" y="1248975"/>
            <a:ext cx="8613764" cy="45037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37A06F-B896-F946-A742-B92BA7300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91824" y="1724368"/>
            <a:ext cx="705283" cy="1655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B88C2C-C2F2-6046-B609-0AED87214C7B}"/>
              </a:ext>
            </a:extLst>
          </p:cNvPr>
          <p:cNvSpPr txBox="1"/>
          <p:nvPr/>
        </p:nvSpPr>
        <p:spPr>
          <a:xfrm>
            <a:off x="1237358" y="1582559"/>
            <a:ext cx="32734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Student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27 years old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Low income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Excellent credit </a:t>
            </a:r>
            <a:br>
              <a:rPr lang="en-US" sz="2000" dirty="0"/>
            </a:br>
            <a:r>
              <a:rPr lang="en-US" sz="2000" dirty="0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275321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52">
            <a:extLst>
              <a:ext uri="{FF2B5EF4-FFF2-40B4-BE49-F238E27FC236}">
                <a16:creationId xmlns:a16="http://schemas.microsoft.com/office/drawing/2014/main" id="{3DEFA755-23F9-4044-AC3F-379427774A2A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History of Decision Trees</a:t>
            </a:r>
          </a:p>
        </p:txBody>
      </p:sp>
      <p:sp>
        <p:nvSpPr>
          <p:cNvPr id="24" name="Shape 53">
            <a:extLst>
              <a:ext uri="{FF2B5EF4-FFF2-40B4-BE49-F238E27FC236}">
                <a16:creationId xmlns:a16="http://schemas.microsoft.com/office/drawing/2014/main" id="{72B11F2B-01B2-6F48-B0D3-492873B21C52}"/>
              </a:ext>
            </a:extLst>
          </p:cNvPr>
          <p:cNvSpPr txBox="1"/>
          <p:nvPr/>
        </p:nvSpPr>
        <p:spPr>
          <a:xfrm>
            <a:off x="350180" y="1076001"/>
            <a:ext cx="11605288" cy="5530073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The first regression tree algorithm</a:t>
            </a:r>
          </a:p>
          <a:p>
            <a:r>
              <a:rPr lang="en" sz="2400" dirty="0">
                <a:solidFill>
                  <a:srgbClr val="0070C0"/>
                </a:solidFill>
              </a:rPr>
              <a:t>“Automatic Interaction Detection (AID)” [Morgan &amp; </a:t>
            </a:r>
            <a:r>
              <a:rPr lang="en" sz="2400" dirty="0" err="1">
                <a:solidFill>
                  <a:srgbClr val="0070C0"/>
                </a:solidFill>
              </a:rPr>
              <a:t>Sonquist</a:t>
            </a:r>
            <a:r>
              <a:rPr lang="en" sz="2400" dirty="0">
                <a:solidFill>
                  <a:srgbClr val="0070C0"/>
                </a:solidFill>
              </a:rPr>
              <a:t>, 1963]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en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The first classification tree algorithm</a:t>
            </a:r>
          </a:p>
          <a:p>
            <a:r>
              <a:rPr lang="en" sz="2400" dirty="0">
                <a:solidFill>
                  <a:srgbClr val="0070C0"/>
                </a:solidFill>
              </a:rPr>
              <a:t>“Theta Automatic Interaction Detection (THAID)” [Messenger &amp; Mandel, 1972]</a:t>
            </a:r>
          </a:p>
          <a:p>
            <a:pPr marL="457189" indent="-457189">
              <a:buFont typeface="Wingdings" pitchFamily="2" charset="2"/>
              <a:buChar char="Ø"/>
            </a:pPr>
            <a:endParaRPr lang="en" sz="2400" dirty="0">
              <a:solidFill>
                <a:srgbClr val="0070C0"/>
              </a:solidFill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Decision trees become popular</a:t>
            </a:r>
          </a:p>
          <a:p>
            <a:r>
              <a:rPr lang="en" sz="2400" dirty="0">
                <a:solidFill>
                  <a:srgbClr val="0070C0"/>
                </a:solidFill>
              </a:rPr>
              <a:t>“Classification and regression trees (CART)” [</a:t>
            </a:r>
            <a:r>
              <a:rPr lang="en" sz="2400" dirty="0" err="1">
                <a:solidFill>
                  <a:srgbClr val="0070C0"/>
                </a:solidFill>
              </a:rPr>
              <a:t>Breiman</a:t>
            </a:r>
            <a:r>
              <a:rPr lang="en" sz="2400" dirty="0">
                <a:solidFill>
                  <a:srgbClr val="0070C0"/>
                </a:solidFill>
              </a:rPr>
              <a:t> et al., 1984]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en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5A52FD-DEF7-9A41-BB87-750BC6FE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66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75AE6-2AF5-804A-BD61-627BAD321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60" y="1334337"/>
            <a:ext cx="5415788" cy="40497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668D45-6F20-6740-B110-52EAFFE5084E}"/>
              </a:ext>
            </a:extLst>
          </p:cNvPr>
          <p:cNvSpPr/>
          <p:nvPr/>
        </p:nvSpPr>
        <p:spPr>
          <a:xfrm>
            <a:off x="299392" y="1334336"/>
            <a:ext cx="1041115" cy="4049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 descr="A picture containing table&#10;&#10;Description automatically generated">
            <a:extLst>
              <a:ext uri="{FF2B5EF4-FFF2-40B4-BE49-F238E27FC236}">
                <a16:creationId xmlns:a16="http://schemas.microsoft.com/office/drawing/2014/main" id="{1EE1EE32-0CF0-FA46-8EE9-896EF81BA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641" y="2537839"/>
            <a:ext cx="1478456" cy="8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0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5712" y="219067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 Learning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234893" y="1076000"/>
            <a:ext cx="11720575" cy="1341603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 dirty="0"/>
              <a:t>Choose an attribute and, based on its values, split the data into smaller sets. Recursively repeat this step until we can surely decide the label.</a:t>
            </a:r>
          </a:p>
        </p:txBody>
      </p:sp>
      <p:pic>
        <p:nvPicPr>
          <p:cNvPr id="6" name="Picture 5" descr="A close up of a clock&#10;&#10;Description automatically generated">
            <a:extLst>
              <a:ext uri="{FF2B5EF4-FFF2-40B4-BE49-F238E27FC236}">
                <a16:creationId xmlns:a16="http://schemas.microsoft.com/office/drawing/2014/main" id="{897E9A99-CB7D-414B-BBEB-D8E65BE6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849" y="2543763"/>
            <a:ext cx="4399403" cy="2603971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7937A5-DF7B-434B-9EBD-939703881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91" y="2198231"/>
            <a:ext cx="4205461" cy="415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55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 Learning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7937A5-DF7B-434B-9EBD-939703881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53" y="1351482"/>
            <a:ext cx="4205461" cy="4155036"/>
          </a:xfrm>
          <a:prstGeom prst="rect">
            <a:avLst/>
          </a:prstGeom>
        </p:spPr>
      </p:pic>
      <p:pic>
        <p:nvPicPr>
          <p:cNvPr id="3" name="Picture 2" descr="A close up of a clock&#10;&#10;Description automatically generated">
            <a:extLst>
              <a:ext uri="{FF2B5EF4-FFF2-40B4-BE49-F238E27FC236}">
                <a16:creationId xmlns:a16="http://schemas.microsoft.com/office/drawing/2014/main" id="{D82D94AB-B079-FB4B-96E4-6F9DEC4A4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387" y="2548001"/>
            <a:ext cx="4355012" cy="25846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CEB888-E0F9-834A-B240-D8F72CA3CBF3}"/>
              </a:ext>
            </a:extLst>
          </p:cNvPr>
          <p:cNvSpPr/>
          <p:nvPr/>
        </p:nvSpPr>
        <p:spPr>
          <a:xfrm>
            <a:off x="2328810" y="1351482"/>
            <a:ext cx="863029" cy="134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1F374-43C2-1846-A8BD-8DAF3F4266C1}"/>
              </a:ext>
            </a:extLst>
          </p:cNvPr>
          <p:cNvSpPr/>
          <p:nvPr/>
        </p:nvSpPr>
        <p:spPr>
          <a:xfrm>
            <a:off x="3307232" y="4202263"/>
            <a:ext cx="739740" cy="1365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58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 Learning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7B1BCA24-30E7-014D-B596-366228733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2" y="1565392"/>
            <a:ext cx="6160967" cy="3727215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281F42-7023-814B-8337-F631F0D01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555" y="1744132"/>
            <a:ext cx="5202554" cy="379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02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Decision Tree Learning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7B1BCA24-30E7-014D-B596-366228733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3805"/>
            <a:ext cx="6160967" cy="3727215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C4B597D0-B94A-864A-9394-5D27CC7F9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48" y="1380907"/>
            <a:ext cx="5782657" cy="426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8115807" y="1536192"/>
            <a:ext cx="3657600" cy="2567093"/>
          </a:xfrm>
          <a:custGeom>
            <a:avLst/>
            <a:gdLst/>
            <a:ahLst/>
            <a:cxnLst/>
            <a:rect l="l" t="t" r="r" b="b"/>
            <a:pathLst>
              <a:path w="2743200" h="1925320">
                <a:moveTo>
                  <a:pt x="0" y="167893"/>
                </a:moveTo>
                <a:lnTo>
                  <a:pt x="5998" y="123266"/>
                </a:lnTo>
                <a:lnTo>
                  <a:pt x="22925" y="83161"/>
                </a:lnTo>
                <a:lnTo>
                  <a:pt x="49180" y="49180"/>
                </a:lnTo>
                <a:lnTo>
                  <a:pt x="83161" y="22925"/>
                </a:lnTo>
                <a:lnTo>
                  <a:pt x="123266" y="5998"/>
                </a:lnTo>
                <a:lnTo>
                  <a:pt x="167894" y="0"/>
                </a:lnTo>
                <a:lnTo>
                  <a:pt x="2575305" y="0"/>
                </a:lnTo>
                <a:lnTo>
                  <a:pt x="2619933" y="5998"/>
                </a:lnTo>
                <a:lnTo>
                  <a:pt x="2660038" y="22925"/>
                </a:lnTo>
                <a:lnTo>
                  <a:pt x="2694019" y="49180"/>
                </a:lnTo>
                <a:lnTo>
                  <a:pt x="2720274" y="83161"/>
                </a:lnTo>
                <a:lnTo>
                  <a:pt x="2737201" y="123266"/>
                </a:lnTo>
                <a:lnTo>
                  <a:pt x="2743200" y="167893"/>
                </a:lnTo>
                <a:lnTo>
                  <a:pt x="2743200" y="1756917"/>
                </a:lnTo>
                <a:lnTo>
                  <a:pt x="2737201" y="1801545"/>
                </a:lnTo>
                <a:lnTo>
                  <a:pt x="2720274" y="1841650"/>
                </a:lnTo>
                <a:lnTo>
                  <a:pt x="2694019" y="1875631"/>
                </a:lnTo>
                <a:lnTo>
                  <a:pt x="2660038" y="1901886"/>
                </a:lnTo>
                <a:lnTo>
                  <a:pt x="2619933" y="1918813"/>
                </a:lnTo>
                <a:lnTo>
                  <a:pt x="2575305" y="1924811"/>
                </a:lnTo>
                <a:lnTo>
                  <a:pt x="167894" y="1924811"/>
                </a:lnTo>
                <a:lnTo>
                  <a:pt x="123266" y="1918813"/>
                </a:lnTo>
                <a:lnTo>
                  <a:pt x="83161" y="1901886"/>
                </a:lnTo>
                <a:lnTo>
                  <a:pt x="49180" y="1875631"/>
                </a:lnTo>
                <a:lnTo>
                  <a:pt x="22925" y="1841650"/>
                </a:lnTo>
                <a:lnTo>
                  <a:pt x="5998" y="1801545"/>
                </a:lnTo>
                <a:lnTo>
                  <a:pt x="0" y="1756917"/>
                </a:lnTo>
                <a:lnTo>
                  <a:pt x="0" y="167893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520852" y="1750263"/>
            <a:ext cx="1215813" cy="304800"/>
          </a:xfrm>
          <a:custGeom>
            <a:avLst/>
            <a:gdLst/>
            <a:ahLst/>
            <a:cxnLst/>
            <a:rect l="l" t="t" r="r" b="b"/>
            <a:pathLst>
              <a:path w="911860" h="228600">
                <a:moveTo>
                  <a:pt x="0" y="228447"/>
                </a:moveTo>
                <a:lnTo>
                  <a:pt x="911783" y="228447"/>
                </a:lnTo>
                <a:lnTo>
                  <a:pt x="911783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736513" y="1750263"/>
            <a:ext cx="975360" cy="304800"/>
          </a:xfrm>
          <a:custGeom>
            <a:avLst/>
            <a:gdLst/>
            <a:ahLst/>
            <a:cxnLst/>
            <a:rect l="l" t="t" r="r" b="b"/>
            <a:pathLst>
              <a:path w="731519" h="228600">
                <a:moveTo>
                  <a:pt x="0" y="228447"/>
                </a:moveTo>
                <a:lnTo>
                  <a:pt x="731520" y="228447"/>
                </a:lnTo>
                <a:lnTo>
                  <a:pt x="73152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711872" y="1750263"/>
            <a:ext cx="1463040" cy="3048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0" y="228447"/>
                </a:moveTo>
                <a:lnTo>
                  <a:pt x="1097280" y="228447"/>
                </a:lnTo>
                <a:lnTo>
                  <a:pt x="109728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20852" y="2054893"/>
            <a:ext cx="1215813" cy="304800"/>
          </a:xfrm>
          <a:custGeom>
            <a:avLst/>
            <a:gdLst/>
            <a:ahLst/>
            <a:cxnLst/>
            <a:rect l="l" t="t" r="r" b="b"/>
            <a:pathLst>
              <a:path w="911860" h="228600">
                <a:moveTo>
                  <a:pt x="0" y="228447"/>
                </a:moveTo>
                <a:lnTo>
                  <a:pt x="911783" y="228447"/>
                </a:lnTo>
                <a:lnTo>
                  <a:pt x="911783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736513" y="2054893"/>
            <a:ext cx="975360" cy="304800"/>
          </a:xfrm>
          <a:custGeom>
            <a:avLst/>
            <a:gdLst/>
            <a:ahLst/>
            <a:cxnLst/>
            <a:rect l="l" t="t" r="r" b="b"/>
            <a:pathLst>
              <a:path w="731519" h="228600">
                <a:moveTo>
                  <a:pt x="0" y="228447"/>
                </a:moveTo>
                <a:lnTo>
                  <a:pt x="731520" y="228447"/>
                </a:lnTo>
                <a:lnTo>
                  <a:pt x="73152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2711872" y="2054893"/>
            <a:ext cx="1463040" cy="3048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0" y="228447"/>
                </a:moveTo>
                <a:lnTo>
                  <a:pt x="1097280" y="228447"/>
                </a:lnTo>
                <a:lnTo>
                  <a:pt x="109728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20852" y="2664155"/>
            <a:ext cx="1215813" cy="304800"/>
          </a:xfrm>
          <a:custGeom>
            <a:avLst/>
            <a:gdLst/>
            <a:ahLst/>
            <a:cxnLst/>
            <a:rect l="l" t="t" r="r" b="b"/>
            <a:pathLst>
              <a:path w="911860" h="228600">
                <a:moveTo>
                  <a:pt x="0" y="228447"/>
                </a:moveTo>
                <a:lnTo>
                  <a:pt x="911783" y="228447"/>
                </a:lnTo>
                <a:lnTo>
                  <a:pt x="911783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1736513" y="2664155"/>
            <a:ext cx="975360" cy="304800"/>
          </a:xfrm>
          <a:custGeom>
            <a:avLst/>
            <a:gdLst/>
            <a:ahLst/>
            <a:cxnLst/>
            <a:rect l="l" t="t" r="r" b="b"/>
            <a:pathLst>
              <a:path w="731519" h="228600">
                <a:moveTo>
                  <a:pt x="0" y="228447"/>
                </a:moveTo>
                <a:lnTo>
                  <a:pt x="731520" y="228447"/>
                </a:lnTo>
                <a:lnTo>
                  <a:pt x="73152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711872" y="2664155"/>
            <a:ext cx="1463040" cy="3048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0" y="228447"/>
                </a:moveTo>
                <a:lnTo>
                  <a:pt x="1097280" y="228447"/>
                </a:lnTo>
                <a:lnTo>
                  <a:pt x="109728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520852" y="3273247"/>
            <a:ext cx="1215813" cy="304800"/>
          </a:xfrm>
          <a:custGeom>
            <a:avLst/>
            <a:gdLst/>
            <a:ahLst/>
            <a:cxnLst/>
            <a:rect l="l" t="t" r="r" b="b"/>
            <a:pathLst>
              <a:path w="911860" h="228600">
                <a:moveTo>
                  <a:pt x="0" y="228447"/>
                </a:moveTo>
                <a:lnTo>
                  <a:pt x="911783" y="228447"/>
                </a:lnTo>
                <a:lnTo>
                  <a:pt x="911783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36513" y="3273247"/>
            <a:ext cx="975360" cy="304800"/>
          </a:xfrm>
          <a:custGeom>
            <a:avLst/>
            <a:gdLst/>
            <a:ahLst/>
            <a:cxnLst/>
            <a:rect l="l" t="t" r="r" b="b"/>
            <a:pathLst>
              <a:path w="731519" h="228600">
                <a:moveTo>
                  <a:pt x="0" y="228447"/>
                </a:moveTo>
                <a:lnTo>
                  <a:pt x="731520" y="228447"/>
                </a:lnTo>
                <a:lnTo>
                  <a:pt x="73152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711872" y="3273247"/>
            <a:ext cx="1463040" cy="3048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0" y="228447"/>
                </a:moveTo>
                <a:lnTo>
                  <a:pt x="1097280" y="228447"/>
                </a:lnTo>
                <a:lnTo>
                  <a:pt x="109728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520852" y="3882508"/>
            <a:ext cx="1215813" cy="304800"/>
          </a:xfrm>
          <a:custGeom>
            <a:avLst/>
            <a:gdLst/>
            <a:ahLst/>
            <a:cxnLst/>
            <a:rect l="l" t="t" r="r" b="b"/>
            <a:pathLst>
              <a:path w="911860" h="228600">
                <a:moveTo>
                  <a:pt x="0" y="228447"/>
                </a:moveTo>
                <a:lnTo>
                  <a:pt x="911783" y="228447"/>
                </a:lnTo>
                <a:lnTo>
                  <a:pt x="911783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736513" y="3882508"/>
            <a:ext cx="975360" cy="304800"/>
          </a:xfrm>
          <a:custGeom>
            <a:avLst/>
            <a:gdLst/>
            <a:ahLst/>
            <a:cxnLst/>
            <a:rect l="l" t="t" r="r" b="b"/>
            <a:pathLst>
              <a:path w="731519" h="228600">
                <a:moveTo>
                  <a:pt x="0" y="228447"/>
                </a:moveTo>
                <a:lnTo>
                  <a:pt x="731520" y="228447"/>
                </a:lnTo>
                <a:lnTo>
                  <a:pt x="73152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2711872" y="3882508"/>
            <a:ext cx="1463040" cy="3048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0" y="228447"/>
                </a:moveTo>
                <a:lnTo>
                  <a:pt x="1097280" y="228447"/>
                </a:lnTo>
                <a:lnTo>
                  <a:pt x="1097280" y="0"/>
                </a:lnTo>
                <a:lnTo>
                  <a:pt x="0" y="0"/>
                </a:lnTo>
                <a:lnTo>
                  <a:pt x="0" y="228447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20853" y="1733465"/>
          <a:ext cx="3655060" cy="245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649020" y="1768177"/>
            <a:ext cx="1036827" cy="25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5" name="object 35"/>
          <p:cNvSpPr/>
          <p:nvPr/>
        </p:nvSpPr>
        <p:spPr>
          <a:xfrm>
            <a:off x="1995423" y="1768177"/>
            <a:ext cx="551077" cy="25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208868" y="1768177"/>
            <a:ext cx="563761" cy="254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612037" y="2068170"/>
            <a:ext cx="359664" cy="2584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827953" y="2068170"/>
            <a:ext cx="651052" cy="2584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3084914" y="2072234"/>
            <a:ext cx="834948" cy="2544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612037" y="2373377"/>
            <a:ext cx="359664" cy="2580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827952" y="2373377"/>
            <a:ext cx="580339" cy="2580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084914" y="2377439"/>
            <a:ext cx="834948" cy="254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612037" y="2678176"/>
            <a:ext cx="422656" cy="2580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827953" y="2678176"/>
            <a:ext cx="651052" cy="2580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274398" y="2682239"/>
            <a:ext cx="424180" cy="254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612037" y="2982976"/>
            <a:ext cx="422656" cy="2580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827952" y="2982976"/>
            <a:ext cx="580339" cy="25806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274398" y="2987039"/>
            <a:ext cx="424180" cy="2540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612037" y="3287370"/>
            <a:ext cx="359664" cy="2584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1827952" y="3287370"/>
            <a:ext cx="580339" cy="2584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3084914" y="3291501"/>
            <a:ext cx="834948" cy="254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612037" y="3592236"/>
            <a:ext cx="359664" cy="258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827953" y="3592236"/>
            <a:ext cx="651052" cy="2580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3274398" y="3596301"/>
            <a:ext cx="424180" cy="254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612037" y="3897036"/>
            <a:ext cx="422656" cy="2580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1827952" y="3897036"/>
            <a:ext cx="580339" cy="2580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274398" y="3901101"/>
            <a:ext cx="424180" cy="254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5491479" y="1760728"/>
            <a:ext cx="1471507" cy="619760"/>
          </a:xfrm>
          <a:custGeom>
            <a:avLst/>
            <a:gdLst/>
            <a:ahLst/>
            <a:cxnLst/>
            <a:rect l="l" t="t" r="r" b="b"/>
            <a:pathLst>
              <a:path w="1103629" h="464819">
                <a:moveTo>
                  <a:pt x="0" y="464820"/>
                </a:moveTo>
                <a:lnTo>
                  <a:pt x="1103376" y="464820"/>
                </a:lnTo>
                <a:lnTo>
                  <a:pt x="1103376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5491479" y="1760728"/>
            <a:ext cx="1471507" cy="619760"/>
          </a:xfrm>
          <a:custGeom>
            <a:avLst/>
            <a:gdLst/>
            <a:ahLst/>
            <a:cxnLst/>
            <a:rect l="l" t="t" r="r" b="b"/>
            <a:pathLst>
              <a:path w="1103629" h="464819">
                <a:moveTo>
                  <a:pt x="0" y="464820"/>
                </a:moveTo>
                <a:lnTo>
                  <a:pt x="1103376" y="464820"/>
                </a:lnTo>
                <a:lnTo>
                  <a:pt x="1103376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5897204" y="1840653"/>
            <a:ext cx="790041" cy="41859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5372607" y="2373885"/>
            <a:ext cx="861060" cy="988060"/>
          </a:xfrm>
          <a:custGeom>
            <a:avLst/>
            <a:gdLst/>
            <a:ahLst/>
            <a:cxnLst/>
            <a:rect l="l" t="t" r="r" b="b"/>
            <a:pathLst>
              <a:path w="645795" h="741044">
                <a:moveTo>
                  <a:pt x="21209" y="658368"/>
                </a:moveTo>
                <a:lnTo>
                  <a:pt x="0" y="740791"/>
                </a:lnTo>
                <a:lnTo>
                  <a:pt x="78740" y="708279"/>
                </a:lnTo>
                <a:lnTo>
                  <a:pt x="65857" y="697103"/>
                </a:lnTo>
                <a:lnTo>
                  <a:pt x="46482" y="697103"/>
                </a:lnTo>
                <a:lnTo>
                  <a:pt x="36830" y="688720"/>
                </a:lnTo>
                <a:lnTo>
                  <a:pt x="45157" y="679144"/>
                </a:lnTo>
                <a:lnTo>
                  <a:pt x="21209" y="658368"/>
                </a:lnTo>
                <a:close/>
              </a:path>
              <a:path w="645795" h="741044">
                <a:moveTo>
                  <a:pt x="45157" y="679144"/>
                </a:moveTo>
                <a:lnTo>
                  <a:pt x="36830" y="688720"/>
                </a:lnTo>
                <a:lnTo>
                  <a:pt x="46482" y="697103"/>
                </a:lnTo>
                <a:lnTo>
                  <a:pt x="54813" y="687521"/>
                </a:lnTo>
                <a:lnTo>
                  <a:pt x="45157" y="679144"/>
                </a:lnTo>
                <a:close/>
              </a:path>
              <a:path w="645795" h="741044">
                <a:moveTo>
                  <a:pt x="54813" y="687521"/>
                </a:moveTo>
                <a:lnTo>
                  <a:pt x="46482" y="697103"/>
                </a:lnTo>
                <a:lnTo>
                  <a:pt x="65857" y="697103"/>
                </a:lnTo>
                <a:lnTo>
                  <a:pt x="54813" y="687521"/>
                </a:lnTo>
                <a:close/>
              </a:path>
              <a:path w="645795" h="741044">
                <a:moveTo>
                  <a:pt x="635762" y="0"/>
                </a:moveTo>
                <a:lnTo>
                  <a:pt x="45157" y="679144"/>
                </a:lnTo>
                <a:lnTo>
                  <a:pt x="54813" y="687521"/>
                </a:lnTo>
                <a:lnTo>
                  <a:pt x="645414" y="8382"/>
                </a:lnTo>
                <a:lnTo>
                  <a:pt x="635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4577079" y="3361943"/>
            <a:ext cx="1593427" cy="618067"/>
          </a:xfrm>
          <a:custGeom>
            <a:avLst/>
            <a:gdLst/>
            <a:ahLst/>
            <a:cxnLst/>
            <a:rect l="l" t="t" r="r" b="b"/>
            <a:pathLst>
              <a:path w="1195070" h="463550">
                <a:moveTo>
                  <a:pt x="192277" y="0"/>
                </a:moveTo>
                <a:lnTo>
                  <a:pt x="1002538" y="0"/>
                </a:lnTo>
                <a:lnTo>
                  <a:pt x="1046619" y="6120"/>
                </a:lnTo>
                <a:lnTo>
                  <a:pt x="1087088" y="23553"/>
                </a:lnTo>
                <a:lnTo>
                  <a:pt x="1122789" y="50905"/>
                </a:lnTo>
                <a:lnTo>
                  <a:pt x="1152568" y="86783"/>
                </a:lnTo>
                <a:lnTo>
                  <a:pt x="1175269" y="129795"/>
                </a:lnTo>
                <a:lnTo>
                  <a:pt x="1189736" y="178547"/>
                </a:lnTo>
                <a:lnTo>
                  <a:pt x="1194815" y="231648"/>
                </a:lnTo>
                <a:lnTo>
                  <a:pt x="1189736" y="284748"/>
                </a:lnTo>
                <a:lnTo>
                  <a:pt x="1175269" y="333500"/>
                </a:lnTo>
                <a:lnTo>
                  <a:pt x="1152568" y="376512"/>
                </a:lnTo>
                <a:lnTo>
                  <a:pt x="1122789" y="412390"/>
                </a:lnTo>
                <a:lnTo>
                  <a:pt x="1087088" y="439742"/>
                </a:lnTo>
                <a:lnTo>
                  <a:pt x="1046619" y="457175"/>
                </a:lnTo>
                <a:lnTo>
                  <a:pt x="1002538" y="463296"/>
                </a:lnTo>
                <a:lnTo>
                  <a:pt x="192277" y="463296"/>
                </a:lnTo>
                <a:lnTo>
                  <a:pt x="148196" y="457175"/>
                </a:lnTo>
                <a:lnTo>
                  <a:pt x="107727" y="439742"/>
                </a:lnTo>
                <a:lnTo>
                  <a:pt x="72026" y="412390"/>
                </a:lnTo>
                <a:lnTo>
                  <a:pt x="42247" y="376512"/>
                </a:lnTo>
                <a:lnTo>
                  <a:pt x="19546" y="333500"/>
                </a:lnTo>
                <a:lnTo>
                  <a:pt x="5079" y="284748"/>
                </a:lnTo>
                <a:lnTo>
                  <a:pt x="0" y="231648"/>
                </a:lnTo>
                <a:lnTo>
                  <a:pt x="5079" y="178547"/>
                </a:lnTo>
                <a:lnTo>
                  <a:pt x="19546" y="129795"/>
                </a:lnTo>
                <a:lnTo>
                  <a:pt x="42247" y="86783"/>
                </a:lnTo>
                <a:lnTo>
                  <a:pt x="72026" y="50905"/>
                </a:lnTo>
                <a:lnTo>
                  <a:pt x="107727" y="23553"/>
                </a:lnTo>
                <a:lnTo>
                  <a:pt x="148196" y="6120"/>
                </a:lnTo>
                <a:lnTo>
                  <a:pt x="192277" y="0"/>
                </a:lnTo>
                <a:close/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808559" y="3406817"/>
            <a:ext cx="1243211" cy="296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5017854" y="3610017"/>
            <a:ext cx="800556" cy="296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5374639" y="2684273"/>
            <a:ext cx="880533" cy="369993"/>
          </a:xfrm>
          <a:custGeom>
            <a:avLst/>
            <a:gdLst/>
            <a:ahLst/>
            <a:cxnLst/>
            <a:rect l="l" t="t" r="r" b="b"/>
            <a:pathLst>
              <a:path w="660400" h="277494">
                <a:moveTo>
                  <a:pt x="0" y="277368"/>
                </a:moveTo>
                <a:lnTo>
                  <a:pt x="659891" y="277368"/>
                </a:lnTo>
                <a:lnTo>
                  <a:pt x="659891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5497406" y="2673264"/>
            <a:ext cx="751517" cy="3576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6320536" y="3366007"/>
            <a:ext cx="1593427" cy="609600"/>
          </a:xfrm>
          <a:custGeom>
            <a:avLst/>
            <a:gdLst/>
            <a:ahLst/>
            <a:cxnLst/>
            <a:rect l="l" t="t" r="r" b="b"/>
            <a:pathLst>
              <a:path w="1195070" h="457200">
                <a:moveTo>
                  <a:pt x="192277" y="0"/>
                </a:moveTo>
                <a:lnTo>
                  <a:pt x="1002538" y="0"/>
                </a:lnTo>
                <a:lnTo>
                  <a:pt x="1046619" y="6038"/>
                </a:lnTo>
                <a:lnTo>
                  <a:pt x="1087088" y="23237"/>
                </a:lnTo>
                <a:lnTo>
                  <a:pt x="1122789" y="50225"/>
                </a:lnTo>
                <a:lnTo>
                  <a:pt x="1152568" y="85628"/>
                </a:lnTo>
                <a:lnTo>
                  <a:pt x="1175269" y="128073"/>
                </a:lnTo>
                <a:lnTo>
                  <a:pt x="1189736" y="176188"/>
                </a:lnTo>
                <a:lnTo>
                  <a:pt x="1194815" y="228600"/>
                </a:lnTo>
                <a:lnTo>
                  <a:pt x="1189736" y="281011"/>
                </a:lnTo>
                <a:lnTo>
                  <a:pt x="1175269" y="329126"/>
                </a:lnTo>
                <a:lnTo>
                  <a:pt x="1152568" y="371571"/>
                </a:lnTo>
                <a:lnTo>
                  <a:pt x="1122789" y="406974"/>
                </a:lnTo>
                <a:lnTo>
                  <a:pt x="1087088" y="433962"/>
                </a:lnTo>
                <a:lnTo>
                  <a:pt x="1046619" y="451161"/>
                </a:lnTo>
                <a:lnTo>
                  <a:pt x="1002538" y="457200"/>
                </a:lnTo>
                <a:lnTo>
                  <a:pt x="192277" y="457200"/>
                </a:lnTo>
                <a:lnTo>
                  <a:pt x="148196" y="451161"/>
                </a:lnTo>
                <a:lnTo>
                  <a:pt x="107727" y="433962"/>
                </a:lnTo>
                <a:lnTo>
                  <a:pt x="72026" y="406974"/>
                </a:lnTo>
                <a:lnTo>
                  <a:pt x="42247" y="371571"/>
                </a:lnTo>
                <a:lnTo>
                  <a:pt x="19546" y="329126"/>
                </a:lnTo>
                <a:lnTo>
                  <a:pt x="5079" y="281011"/>
                </a:lnTo>
                <a:lnTo>
                  <a:pt x="0" y="228600"/>
                </a:lnTo>
                <a:lnTo>
                  <a:pt x="5079" y="176188"/>
                </a:lnTo>
                <a:lnTo>
                  <a:pt x="19546" y="128073"/>
                </a:lnTo>
                <a:lnTo>
                  <a:pt x="42247" y="85628"/>
                </a:lnTo>
                <a:lnTo>
                  <a:pt x="72026" y="50225"/>
                </a:lnTo>
                <a:lnTo>
                  <a:pt x="107727" y="23237"/>
                </a:lnTo>
                <a:lnTo>
                  <a:pt x="148196" y="6038"/>
                </a:lnTo>
                <a:lnTo>
                  <a:pt x="192277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6545072" y="3406817"/>
            <a:ext cx="1258417" cy="29667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6764528" y="3610017"/>
            <a:ext cx="795528" cy="2966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6219782" y="2373714"/>
            <a:ext cx="896620" cy="992293"/>
          </a:xfrm>
          <a:custGeom>
            <a:avLst/>
            <a:gdLst/>
            <a:ahLst/>
            <a:cxnLst/>
            <a:rect l="l" t="t" r="r" b="b"/>
            <a:pathLst>
              <a:path w="672464" h="744219">
                <a:moveTo>
                  <a:pt x="616560" y="691835"/>
                </a:moveTo>
                <a:lnTo>
                  <a:pt x="592963" y="713105"/>
                </a:lnTo>
                <a:lnTo>
                  <a:pt x="672338" y="744219"/>
                </a:lnTo>
                <a:lnTo>
                  <a:pt x="660462" y="701294"/>
                </a:lnTo>
                <a:lnTo>
                  <a:pt x="625093" y="701294"/>
                </a:lnTo>
                <a:lnTo>
                  <a:pt x="616560" y="691835"/>
                </a:lnTo>
                <a:close/>
              </a:path>
              <a:path w="672464" h="744219">
                <a:moveTo>
                  <a:pt x="625977" y="683347"/>
                </a:moveTo>
                <a:lnTo>
                  <a:pt x="616560" y="691835"/>
                </a:lnTo>
                <a:lnTo>
                  <a:pt x="625093" y="701294"/>
                </a:lnTo>
                <a:lnTo>
                  <a:pt x="634491" y="692784"/>
                </a:lnTo>
                <a:lnTo>
                  <a:pt x="625977" y="683347"/>
                </a:lnTo>
                <a:close/>
              </a:path>
              <a:path w="672464" h="744219">
                <a:moveTo>
                  <a:pt x="649604" y="662051"/>
                </a:moveTo>
                <a:lnTo>
                  <a:pt x="625977" y="683347"/>
                </a:lnTo>
                <a:lnTo>
                  <a:pt x="634491" y="692784"/>
                </a:lnTo>
                <a:lnTo>
                  <a:pt x="625093" y="701294"/>
                </a:lnTo>
                <a:lnTo>
                  <a:pt x="660462" y="701294"/>
                </a:lnTo>
                <a:lnTo>
                  <a:pt x="649604" y="662051"/>
                </a:lnTo>
                <a:close/>
              </a:path>
              <a:path w="672464" h="744219">
                <a:moveTo>
                  <a:pt x="9398" y="0"/>
                </a:moveTo>
                <a:lnTo>
                  <a:pt x="0" y="8509"/>
                </a:lnTo>
                <a:lnTo>
                  <a:pt x="616560" y="691835"/>
                </a:lnTo>
                <a:lnTo>
                  <a:pt x="625977" y="683347"/>
                </a:lnTo>
                <a:lnTo>
                  <a:pt x="9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6305295" y="2684273"/>
            <a:ext cx="833120" cy="369993"/>
          </a:xfrm>
          <a:custGeom>
            <a:avLst/>
            <a:gdLst/>
            <a:ahLst/>
            <a:cxnLst/>
            <a:rect l="l" t="t" r="r" b="b"/>
            <a:pathLst>
              <a:path w="624839" h="277494">
                <a:moveTo>
                  <a:pt x="0" y="277368"/>
                </a:moveTo>
                <a:lnTo>
                  <a:pt x="624839" y="277368"/>
                </a:lnTo>
                <a:lnTo>
                  <a:pt x="624839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6428909" y="2673264"/>
            <a:ext cx="695435" cy="3576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9173463" y="1760728"/>
            <a:ext cx="1469813" cy="619760"/>
          </a:xfrm>
          <a:custGeom>
            <a:avLst/>
            <a:gdLst/>
            <a:ahLst/>
            <a:cxnLst/>
            <a:rect l="l" t="t" r="r" b="b"/>
            <a:pathLst>
              <a:path w="1102359" h="464819">
                <a:moveTo>
                  <a:pt x="0" y="464820"/>
                </a:moveTo>
                <a:lnTo>
                  <a:pt x="1101852" y="464820"/>
                </a:lnTo>
                <a:lnTo>
                  <a:pt x="1101852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9173463" y="1760728"/>
            <a:ext cx="1469813" cy="619760"/>
          </a:xfrm>
          <a:custGeom>
            <a:avLst/>
            <a:gdLst/>
            <a:ahLst/>
            <a:cxnLst/>
            <a:rect l="l" t="t" r="r" b="b"/>
            <a:pathLst>
              <a:path w="1102359" h="464819">
                <a:moveTo>
                  <a:pt x="0" y="464820"/>
                </a:moveTo>
                <a:lnTo>
                  <a:pt x="1101852" y="464820"/>
                </a:lnTo>
                <a:lnTo>
                  <a:pt x="1101852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9667918" y="1840653"/>
            <a:ext cx="599439" cy="41859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9066784" y="2374053"/>
            <a:ext cx="846667" cy="988060"/>
          </a:xfrm>
          <a:custGeom>
            <a:avLst/>
            <a:gdLst/>
            <a:ahLst/>
            <a:cxnLst/>
            <a:rect l="l" t="t" r="r" b="b"/>
            <a:pathLst>
              <a:path w="635000" h="741044">
                <a:moveTo>
                  <a:pt x="20573" y="657987"/>
                </a:moveTo>
                <a:lnTo>
                  <a:pt x="0" y="740664"/>
                </a:lnTo>
                <a:lnTo>
                  <a:pt x="78485" y="707517"/>
                </a:lnTo>
                <a:lnTo>
                  <a:pt x="65715" y="696595"/>
                </a:lnTo>
                <a:lnTo>
                  <a:pt x="46100" y="696595"/>
                </a:lnTo>
                <a:lnTo>
                  <a:pt x="36448" y="688340"/>
                </a:lnTo>
                <a:lnTo>
                  <a:pt x="44734" y="678650"/>
                </a:lnTo>
                <a:lnTo>
                  <a:pt x="20573" y="657987"/>
                </a:lnTo>
                <a:close/>
              </a:path>
              <a:path w="635000" h="741044">
                <a:moveTo>
                  <a:pt x="44734" y="678650"/>
                </a:moveTo>
                <a:lnTo>
                  <a:pt x="36448" y="688340"/>
                </a:lnTo>
                <a:lnTo>
                  <a:pt x="46100" y="696595"/>
                </a:lnTo>
                <a:lnTo>
                  <a:pt x="54385" y="686905"/>
                </a:lnTo>
                <a:lnTo>
                  <a:pt x="44734" y="678650"/>
                </a:lnTo>
                <a:close/>
              </a:path>
              <a:path w="635000" h="741044">
                <a:moveTo>
                  <a:pt x="54385" y="686905"/>
                </a:moveTo>
                <a:lnTo>
                  <a:pt x="46100" y="696595"/>
                </a:lnTo>
                <a:lnTo>
                  <a:pt x="65715" y="696595"/>
                </a:lnTo>
                <a:lnTo>
                  <a:pt x="54385" y="686905"/>
                </a:lnTo>
                <a:close/>
              </a:path>
              <a:path w="635000" h="741044">
                <a:moveTo>
                  <a:pt x="625093" y="0"/>
                </a:moveTo>
                <a:lnTo>
                  <a:pt x="44734" y="678650"/>
                </a:lnTo>
                <a:lnTo>
                  <a:pt x="54385" y="686905"/>
                </a:lnTo>
                <a:lnTo>
                  <a:pt x="634745" y="8127"/>
                </a:lnTo>
                <a:lnTo>
                  <a:pt x="6250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8285479" y="3361943"/>
            <a:ext cx="1564640" cy="618067"/>
          </a:xfrm>
          <a:custGeom>
            <a:avLst/>
            <a:gdLst/>
            <a:ahLst/>
            <a:cxnLst/>
            <a:rect l="l" t="t" r="r" b="b"/>
            <a:pathLst>
              <a:path w="1173479" h="463550">
                <a:moveTo>
                  <a:pt x="188849" y="0"/>
                </a:moveTo>
                <a:lnTo>
                  <a:pt x="984631" y="0"/>
                </a:lnTo>
                <a:lnTo>
                  <a:pt x="1027922" y="6120"/>
                </a:lnTo>
                <a:lnTo>
                  <a:pt x="1067668" y="23553"/>
                </a:lnTo>
                <a:lnTo>
                  <a:pt x="1102733" y="50905"/>
                </a:lnTo>
                <a:lnTo>
                  <a:pt x="1131982" y="86783"/>
                </a:lnTo>
                <a:lnTo>
                  <a:pt x="1154279" y="129795"/>
                </a:lnTo>
                <a:lnTo>
                  <a:pt x="1168490" y="178547"/>
                </a:lnTo>
                <a:lnTo>
                  <a:pt x="1173480" y="231648"/>
                </a:lnTo>
                <a:lnTo>
                  <a:pt x="1168490" y="284748"/>
                </a:lnTo>
                <a:lnTo>
                  <a:pt x="1154279" y="333500"/>
                </a:lnTo>
                <a:lnTo>
                  <a:pt x="1131982" y="376512"/>
                </a:lnTo>
                <a:lnTo>
                  <a:pt x="1102733" y="412390"/>
                </a:lnTo>
                <a:lnTo>
                  <a:pt x="1067668" y="439742"/>
                </a:lnTo>
                <a:lnTo>
                  <a:pt x="1027922" y="457175"/>
                </a:lnTo>
                <a:lnTo>
                  <a:pt x="984631" y="463296"/>
                </a:lnTo>
                <a:lnTo>
                  <a:pt x="188849" y="463296"/>
                </a:lnTo>
                <a:lnTo>
                  <a:pt x="145557" y="457175"/>
                </a:lnTo>
                <a:lnTo>
                  <a:pt x="105811" y="439742"/>
                </a:lnTo>
                <a:lnTo>
                  <a:pt x="70746" y="412390"/>
                </a:lnTo>
                <a:lnTo>
                  <a:pt x="41497" y="376512"/>
                </a:lnTo>
                <a:lnTo>
                  <a:pt x="19200" y="333500"/>
                </a:lnTo>
                <a:lnTo>
                  <a:pt x="4989" y="284748"/>
                </a:lnTo>
                <a:lnTo>
                  <a:pt x="0" y="231648"/>
                </a:lnTo>
                <a:lnTo>
                  <a:pt x="4989" y="178547"/>
                </a:lnTo>
                <a:lnTo>
                  <a:pt x="19200" y="129795"/>
                </a:lnTo>
                <a:lnTo>
                  <a:pt x="41497" y="86783"/>
                </a:lnTo>
                <a:lnTo>
                  <a:pt x="70746" y="50905"/>
                </a:lnTo>
                <a:lnTo>
                  <a:pt x="105811" y="23553"/>
                </a:lnTo>
                <a:lnTo>
                  <a:pt x="145557" y="6120"/>
                </a:lnTo>
                <a:lnTo>
                  <a:pt x="188849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8687645" y="3508417"/>
            <a:ext cx="846667" cy="29667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9182608" y="2684273"/>
            <a:ext cx="599440" cy="369993"/>
          </a:xfrm>
          <a:custGeom>
            <a:avLst/>
            <a:gdLst/>
            <a:ahLst/>
            <a:cxnLst/>
            <a:rect l="l" t="t" r="r" b="b"/>
            <a:pathLst>
              <a:path w="449579" h="277494">
                <a:moveTo>
                  <a:pt x="0" y="277368"/>
                </a:moveTo>
                <a:lnTo>
                  <a:pt x="449579" y="277368"/>
                </a:lnTo>
                <a:lnTo>
                  <a:pt x="449579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9305713" y="2673264"/>
            <a:ext cx="466004" cy="35763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10002520" y="3361943"/>
            <a:ext cx="1574800" cy="618067"/>
          </a:xfrm>
          <a:custGeom>
            <a:avLst/>
            <a:gdLst/>
            <a:ahLst/>
            <a:cxnLst/>
            <a:rect l="l" t="t" r="r" b="b"/>
            <a:pathLst>
              <a:path w="1181100" h="463550">
                <a:moveTo>
                  <a:pt x="189991" y="0"/>
                </a:moveTo>
                <a:lnTo>
                  <a:pt x="991107" y="0"/>
                </a:lnTo>
                <a:lnTo>
                  <a:pt x="1034662" y="6120"/>
                </a:lnTo>
                <a:lnTo>
                  <a:pt x="1074649" y="23553"/>
                </a:lnTo>
                <a:lnTo>
                  <a:pt x="1109926" y="50905"/>
                </a:lnTo>
                <a:lnTo>
                  <a:pt x="1139352" y="86783"/>
                </a:lnTo>
                <a:lnTo>
                  <a:pt x="1161784" y="129795"/>
                </a:lnTo>
                <a:lnTo>
                  <a:pt x="1176080" y="178547"/>
                </a:lnTo>
                <a:lnTo>
                  <a:pt x="1181100" y="231648"/>
                </a:lnTo>
                <a:lnTo>
                  <a:pt x="1176080" y="284748"/>
                </a:lnTo>
                <a:lnTo>
                  <a:pt x="1161784" y="333500"/>
                </a:lnTo>
                <a:lnTo>
                  <a:pt x="1139352" y="376512"/>
                </a:lnTo>
                <a:lnTo>
                  <a:pt x="1109926" y="412390"/>
                </a:lnTo>
                <a:lnTo>
                  <a:pt x="1074649" y="439742"/>
                </a:lnTo>
                <a:lnTo>
                  <a:pt x="1034662" y="457175"/>
                </a:lnTo>
                <a:lnTo>
                  <a:pt x="991107" y="463296"/>
                </a:lnTo>
                <a:lnTo>
                  <a:pt x="189991" y="463296"/>
                </a:lnTo>
                <a:lnTo>
                  <a:pt x="146437" y="457175"/>
                </a:lnTo>
                <a:lnTo>
                  <a:pt x="106450" y="439742"/>
                </a:lnTo>
                <a:lnTo>
                  <a:pt x="71173" y="412390"/>
                </a:lnTo>
                <a:lnTo>
                  <a:pt x="41747" y="376512"/>
                </a:lnTo>
                <a:lnTo>
                  <a:pt x="19315" y="333500"/>
                </a:lnTo>
                <a:lnTo>
                  <a:pt x="5019" y="284748"/>
                </a:lnTo>
                <a:lnTo>
                  <a:pt x="0" y="231648"/>
                </a:lnTo>
                <a:lnTo>
                  <a:pt x="5019" y="178547"/>
                </a:lnTo>
                <a:lnTo>
                  <a:pt x="19315" y="129795"/>
                </a:lnTo>
                <a:lnTo>
                  <a:pt x="41747" y="86783"/>
                </a:lnTo>
                <a:lnTo>
                  <a:pt x="71173" y="50905"/>
                </a:lnTo>
                <a:lnTo>
                  <a:pt x="106450" y="23553"/>
                </a:lnTo>
                <a:lnTo>
                  <a:pt x="146437" y="6120"/>
                </a:lnTo>
                <a:lnTo>
                  <a:pt x="189991" y="0"/>
                </a:lnTo>
                <a:close/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10225361" y="3406817"/>
            <a:ext cx="1242771" cy="2966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10440756" y="3610017"/>
            <a:ext cx="784097" cy="29667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9901768" y="2373885"/>
            <a:ext cx="888153" cy="988060"/>
          </a:xfrm>
          <a:custGeom>
            <a:avLst/>
            <a:gdLst/>
            <a:ahLst/>
            <a:cxnLst/>
            <a:rect l="l" t="t" r="r" b="b"/>
            <a:pathLst>
              <a:path w="666115" h="741044">
                <a:moveTo>
                  <a:pt x="610348" y="688370"/>
                </a:moveTo>
                <a:lnTo>
                  <a:pt x="586740" y="709549"/>
                </a:lnTo>
                <a:lnTo>
                  <a:pt x="665988" y="740791"/>
                </a:lnTo>
                <a:lnTo>
                  <a:pt x="654244" y="697864"/>
                </a:lnTo>
                <a:lnTo>
                  <a:pt x="618871" y="697864"/>
                </a:lnTo>
                <a:lnTo>
                  <a:pt x="610348" y="688370"/>
                </a:lnTo>
                <a:close/>
              </a:path>
              <a:path w="666115" h="741044">
                <a:moveTo>
                  <a:pt x="619784" y="679905"/>
                </a:moveTo>
                <a:lnTo>
                  <a:pt x="610348" y="688370"/>
                </a:lnTo>
                <a:lnTo>
                  <a:pt x="618871" y="697864"/>
                </a:lnTo>
                <a:lnTo>
                  <a:pt x="628269" y="689356"/>
                </a:lnTo>
                <a:lnTo>
                  <a:pt x="619784" y="679905"/>
                </a:lnTo>
                <a:close/>
              </a:path>
              <a:path w="666115" h="741044">
                <a:moveTo>
                  <a:pt x="643508" y="658622"/>
                </a:moveTo>
                <a:lnTo>
                  <a:pt x="619784" y="679905"/>
                </a:lnTo>
                <a:lnTo>
                  <a:pt x="628269" y="689356"/>
                </a:lnTo>
                <a:lnTo>
                  <a:pt x="618871" y="697864"/>
                </a:lnTo>
                <a:lnTo>
                  <a:pt x="654244" y="697864"/>
                </a:lnTo>
                <a:lnTo>
                  <a:pt x="643508" y="658622"/>
                </a:lnTo>
                <a:close/>
              </a:path>
              <a:path w="666115" h="741044">
                <a:moveTo>
                  <a:pt x="9398" y="0"/>
                </a:moveTo>
                <a:lnTo>
                  <a:pt x="0" y="8382"/>
                </a:lnTo>
                <a:lnTo>
                  <a:pt x="610348" y="688370"/>
                </a:lnTo>
                <a:lnTo>
                  <a:pt x="619784" y="679905"/>
                </a:lnTo>
                <a:lnTo>
                  <a:pt x="9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10101073" y="2684273"/>
            <a:ext cx="520700" cy="369993"/>
          </a:xfrm>
          <a:custGeom>
            <a:avLst/>
            <a:gdLst/>
            <a:ahLst/>
            <a:cxnLst/>
            <a:rect l="l" t="t" r="r" b="b"/>
            <a:pathLst>
              <a:path w="390525" h="277494">
                <a:moveTo>
                  <a:pt x="0" y="277368"/>
                </a:moveTo>
                <a:lnTo>
                  <a:pt x="390144" y="277368"/>
                </a:lnTo>
                <a:lnTo>
                  <a:pt x="390144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10224685" y="2673264"/>
            <a:ext cx="408432" cy="35763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Shape 52">
            <a:extLst>
              <a:ext uri="{FF2B5EF4-FFF2-40B4-BE49-F238E27FC236}">
                <a16:creationId xmlns:a16="http://schemas.microsoft.com/office/drawing/2014/main" id="{E8730DA9-9F7F-BB46-BD11-FF7A58DE95D7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What is a good attribute?</a:t>
            </a:r>
          </a:p>
        </p:txBody>
      </p:sp>
      <p:sp>
        <p:nvSpPr>
          <p:cNvPr id="89" name="Shape 53">
            <a:extLst>
              <a:ext uri="{FF2B5EF4-FFF2-40B4-BE49-F238E27FC236}">
                <a16:creationId xmlns:a16="http://schemas.microsoft.com/office/drawing/2014/main" id="{4E54FCB6-AFFE-674B-9B32-2CB2DD7865B8}"/>
              </a:ext>
            </a:extLst>
          </p:cNvPr>
          <p:cNvSpPr txBox="1"/>
          <p:nvPr/>
        </p:nvSpPr>
        <p:spPr>
          <a:xfrm>
            <a:off x="300677" y="4559501"/>
            <a:ext cx="11720575" cy="2164099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Which attribute provides </a:t>
            </a:r>
            <a:r>
              <a:rPr lang="en" sz="2400" dirty="0">
                <a:solidFill>
                  <a:srgbClr val="FF0000"/>
                </a:solidFill>
              </a:rPr>
              <a:t>better</a:t>
            </a:r>
            <a:r>
              <a:rPr lang="en" sz="2400" dirty="0"/>
              <a:t> splitting?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Resulting subsets are more </a:t>
            </a:r>
            <a:r>
              <a:rPr lang="en" sz="2400" dirty="0">
                <a:solidFill>
                  <a:srgbClr val="FF0000"/>
                </a:solidFill>
              </a:rPr>
              <a:t>pure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Knowing the value of this attribute gives us </a:t>
            </a:r>
            <a:r>
              <a:rPr lang="en" sz="2400" dirty="0">
                <a:solidFill>
                  <a:srgbClr val="FF0000"/>
                </a:solidFill>
              </a:rPr>
              <a:t>more information</a:t>
            </a:r>
            <a:r>
              <a:rPr lang="en" sz="2400" dirty="0"/>
              <a:t> about the label</a:t>
            </a:r>
          </a:p>
          <a:p>
            <a:pPr marL="959976"/>
            <a:r>
              <a:rPr lang="en" sz="2400" dirty="0">
                <a:solidFill>
                  <a:srgbClr val="FF0000"/>
                </a:solidFill>
              </a:rPr>
              <a:t>	(the entropy of the subsets is lower)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653FCA-B049-AA43-B235-6EB3B1FB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5715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6146800" y="2296161"/>
            <a:ext cx="760307" cy="337820"/>
          </a:xfrm>
          <a:custGeom>
            <a:avLst/>
            <a:gdLst/>
            <a:ahLst/>
            <a:cxnLst/>
            <a:rect l="l" t="t" r="r" b="b"/>
            <a:pathLst>
              <a:path w="570229" h="253364">
                <a:moveTo>
                  <a:pt x="0" y="252983"/>
                </a:moveTo>
                <a:lnTo>
                  <a:pt x="569976" y="252983"/>
                </a:lnTo>
                <a:lnTo>
                  <a:pt x="569976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8780272" y="2286001"/>
            <a:ext cx="557107" cy="339513"/>
          </a:xfrm>
          <a:custGeom>
            <a:avLst/>
            <a:gdLst/>
            <a:ahLst/>
            <a:cxnLst/>
            <a:rect l="l" t="t" r="r" b="b"/>
            <a:pathLst>
              <a:path w="417829" h="254635">
                <a:moveTo>
                  <a:pt x="0" y="254507"/>
                </a:moveTo>
                <a:lnTo>
                  <a:pt x="417575" y="254507"/>
                </a:lnTo>
                <a:lnTo>
                  <a:pt x="41757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Shape 52">
            <a:extLst>
              <a:ext uri="{FF2B5EF4-FFF2-40B4-BE49-F238E27FC236}">
                <a16:creationId xmlns:a16="http://schemas.microsoft.com/office/drawing/2014/main" id="{36E32D95-3852-C84A-A255-5D85738823DF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11DF5F-F672-5847-BF53-941CF9807833}"/>
                  </a:ext>
                </a:extLst>
              </p:cNvPr>
              <p:cNvSpPr txBox="1"/>
              <p:nvPr/>
            </p:nvSpPr>
            <p:spPr>
              <a:xfrm>
                <a:off x="689016" y="3561056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11DF5F-F672-5847-BF53-941CF98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16" y="3561056"/>
                <a:ext cx="10690013" cy="708207"/>
              </a:xfrm>
              <a:prstGeom prst="rect">
                <a:avLst/>
              </a:prstGeom>
              <a:blipFill>
                <a:blip r:embed="rId23"/>
                <a:stretch>
                  <a:fillRect l="-237" b="-1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7E154A-0EAD-D74F-90DD-9E99087F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889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5424423" y="2027259"/>
            <a:ext cx="677333" cy="831427"/>
          </a:xfrm>
          <a:custGeom>
            <a:avLst/>
            <a:gdLst/>
            <a:ahLst/>
            <a:cxnLst/>
            <a:rect l="l" t="t" r="r" b="b"/>
            <a:pathLst>
              <a:path w="508000" h="623569">
                <a:moveTo>
                  <a:pt x="27305" y="498474"/>
                </a:moveTo>
                <a:lnTo>
                  <a:pt x="0" y="623315"/>
                </a:lnTo>
                <a:lnTo>
                  <a:pt x="116205" y="570229"/>
                </a:lnTo>
                <a:lnTo>
                  <a:pt x="104876" y="561085"/>
                </a:lnTo>
                <a:lnTo>
                  <a:pt x="74676" y="561085"/>
                </a:lnTo>
                <a:lnTo>
                  <a:pt x="44958" y="537209"/>
                </a:lnTo>
                <a:lnTo>
                  <a:pt x="56920" y="522379"/>
                </a:lnTo>
                <a:lnTo>
                  <a:pt x="27305" y="498474"/>
                </a:lnTo>
                <a:close/>
              </a:path>
              <a:path w="508000" h="623569">
                <a:moveTo>
                  <a:pt x="56920" y="522379"/>
                </a:moveTo>
                <a:lnTo>
                  <a:pt x="44958" y="537209"/>
                </a:lnTo>
                <a:lnTo>
                  <a:pt x="74676" y="561085"/>
                </a:lnTo>
                <a:lnTo>
                  <a:pt x="86582" y="546320"/>
                </a:lnTo>
                <a:lnTo>
                  <a:pt x="56920" y="522379"/>
                </a:lnTo>
                <a:close/>
              </a:path>
              <a:path w="508000" h="623569">
                <a:moveTo>
                  <a:pt x="86582" y="546320"/>
                </a:moveTo>
                <a:lnTo>
                  <a:pt x="74676" y="561085"/>
                </a:lnTo>
                <a:lnTo>
                  <a:pt x="104876" y="561085"/>
                </a:lnTo>
                <a:lnTo>
                  <a:pt x="86582" y="546320"/>
                </a:lnTo>
                <a:close/>
              </a:path>
              <a:path w="508000" h="623569">
                <a:moveTo>
                  <a:pt x="478282" y="0"/>
                </a:moveTo>
                <a:lnTo>
                  <a:pt x="56920" y="522379"/>
                </a:lnTo>
                <a:lnTo>
                  <a:pt x="86582" y="546320"/>
                </a:lnTo>
                <a:lnTo>
                  <a:pt x="507873" y="23875"/>
                </a:lnTo>
                <a:lnTo>
                  <a:pt x="478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5063745" y="2902136"/>
            <a:ext cx="809244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5191760" y="3065441"/>
            <a:ext cx="529488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5497746" y="2292097"/>
            <a:ext cx="699820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8780272" y="2286001"/>
            <a:ext cx="557107" cy="339513"/>
          </a:xfrm>
          <a:custGeom>
            <a:avLst/>
            <a:gdLst/>
            <a:ahLst/>
            <a:cxnLst/>
            <a:rect l="l" t="t" r="r" b="b"/>
            <a:pathLst>
              <a:path w="417829" h="254635">
                <a:moveTo>
                  <a:pt x="0" y="254507"/>
                </a:moveTo>
                <a:lnTo>
                  <a:pt x="417575" y="254507"/>
                </a:lnTo>
                <a:lnTo>
                  <a:pt x="41757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Shape 52">
            <a:extLst>
              <a:ext uri="{FF2B5EF4-FFF2-40B4-BE49-F238E27FC236}">
                <a16:creationId xmlns:a16="http://schemas.microsoft.com/office/drawing/2014/main" id="{A84213B1-EC0C-B14D-9956-67EE9AD2AF3A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67D861D-A9CE-5341-AA20-247C940DCE2C}"/>
                  </a:ext>
                </a:extLst>
              </p:cNvPr>
              <p:cNvSpPr txBox="1"/>
              <p:nvPr/>
            </p:nvSpPr>
            <p:spPr>
              <a:xfrm>
                <a:off x="689016" y="3577838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67D861D-A9CE-5341-AA20-247C940D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16" y="3577838"/>
                <a:ext cx="10690013" cy="708207"/>
              </a:xfrm>
              <a:prstGeom prst="rect">
                <a:avLst/>
              </a:prstGeom>
              <a:blipFill>
                <a:blip r:embed="rId24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7062341-554C-0647-9B65-7159DE29673C}"/>
                  </a:ext>
                </a:extLst>
              </p:cNvPr>
              <p:cNvSpPr txBox="1"/>
              <p:nvPr/>
            </p:nvSpPr>
            <p:spPr>
              <a:xfrm>
                <a:off x="689016" y="4100739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7062341-554C-0647-9B65-7159DE296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16" y="4100739"/>
                <a:ext cx="6879167" cy="709361"/>
              </a:xfrm>
              <a:prstGeom prst="rect">
                <a:avLst/>
              </a:prstGeom>
              <a:blipFill>
                <a:blip r:embed="rId25"/>
                <a:stretch>
                  <a:fillRect l="-369" b="-71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1DD674-C60E-954A-A149-FF744836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2265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6358128" y="2900849"/>
            <a:ext cx="912147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6536944" y="3063410"/>
            <a:ext cx="529488" cy="2397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6063319" y="2026751"/>
            <a:ext cx="706967" cy="829733"/>
          </a:xfrm>
          <a:custGeom>
            <a:avLst/>
            <a:gdLst/>
            <a:ahLst/>
            <a:cxnLst/>
            <a:rect l="l" t="t" r="r" b="b"/>
            <a:pathLst>
              <a:path w="530225" h="622300">
                <a:moveTo>
                  <a:pt x="441837" y="547281"/>
                </a:moveTo>
                <a:lnTo>
                  <a:pt x="412750" y="571881"/>
                </a:lnTo>
                <a:lnTo>
                  <a:pt x="530098" y="622300"/>
                </a:lnTo>
                <a:lnTo>
                  <a:pt x="515448" y="561848"/>
                </a:lnTo>
                <a:lnTo>
                  <a:pt x="454151" y="561848"/>
                </a:lnTo>
                <a:lnTo>
                  <a:pt x="441837" y="547281"/>
                </a:lnTo>
                <a:close/>
              </a:path>
              <a:path w="530225" h="622300">
                <a:moveTo>
                  <a:pt x="470882" y="522717"/>
                </a:moveTo>
                <a:lnTo>
                  <a:pt x="441837" y="547281"/>
                </a:lnTo>
                <a:lnTo>
                  <a:pt x="454151" y="561848"/>
                </a:lnTo>
                <a:lnTo>
                  <a:pt x="483235" y="537337"/>
                </a:lnTo>
                <a:lnTo>
                  <a:pt x="470882" y="522717"/>
                </a:lnTo>
                <a:close/>
              </a:path>
              <a:path w="530225" h="622300">
                <a:moveTo>
                  <a:pt x="499999" y="498094"/>
                </a:moveTo>
                <a:lnTo>
                  <a:pt x="470882" y="522717"/>
                </a:lnTo>
                <a:lnTo>
                  <a:pt x="483235" y="537337"/>
                </a:lnTo>
                <a:lnTo>
                  <a:pt x="454151" y="561848"/>
                </a:lnTo>
                <a:lnTo>
                  <a:pt x="515448" y="561848"/>
                </a:lnTo>
                <a:lnTo>
                  <a:pt x="499999" y="498094"/>
                </a:lnTo>
                <a:close/>
              </a:path>
              <a:path w="530225" h="622300">
                <a:moveTo>
                  <a:pt x="29210" y="0"/>
                </a:moveTo>
                <a:lnTo>
                  <a:pt x="0" y="24637"/>
                </a:lnTo>
                <a:lnTo>
                  <a:pt x="441837" y="547281"/>
                </a:lnTo>
                <a:lnTo>
                  <a:pt x="470882" y="522717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6146801" y="2296161"/>
            <a:ext cx="795020" cy="337820"/>
          </a:xfrm>
          <a:custGeom>
            <a:avLst/>
            <a:gdLst/>
            <a:ahLst/>
            <a:cxnLst/>
            <a:rect l="l" t="t" r="r" b="b"/>
            <a:pathLst>
              <a:path w="596264" h="253364">
                <a:moveTo>
                  <a:pt x="0" y="252983"/>
                </a:moveTo>
                <a:lnTo>
                  <a:pt x="595884" y="252983"/>
                </a:lnTo>
                <a:lnTo>
                  <a:pt x="595884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6269904" y="2292097"/>
            <a:ext cx="653491" cy="3149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8780272" y="2286001"/>
            <a:ext cx="557107" cy="339513"/>
          </a:xfrm>
          <a:custGeom>
            <a:avLst/>
            <a:gdLst/>
            <a:ahLst/>
            <a:cxnLst/>
            <a:rect l="l" t="t" r="r" b="b"/>
            <a:pathLst>
              <a:path w="417829" h="254635">
                <a:moveTo>
                  <a:pt x="0" y="254507"/>
                </a:moveTo>
                <a:lnTo>
                  <a:pt x="417575" y="254507"/>
                </a:lnTo>
                <a:lnTo>
                  <a:pt x="41757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Shape 52">
            <a:extLst>
              <a:ext uri="{FF2B5EF4-FFF2-40B4-BE49-F238E27FC236}">
                <a16:creationId xmlns:a16="http://schemas.microsoft.com/office/drawing/2014/main" id="{2DE162C6-2EF3-0E42-9C36-EC7EA5699DBA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C784B9F-C66F-9541-9FA7-F923909D0448}"/>
                  </a:ext>
                </a:extLst>
              </p:cNvPr>
              <p:cNvSpPr txBox="1"/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C784B9F-C66F-9541-9FA7-F923909D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blipFill>
                <a:blip r:embed="rId24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96E0EE6-B840-974F-A425-D84C1DCE1ADC}"/>
                  </a:ext>
                </a:extLst>
              </p:cNvPr>
              <p:cNvSpPr txBox="1"/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96E0EE6-B840-974F-A425-D84C1DCE1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blipFill>
                <a:blip r:embed="rId25"/>
                <a:stretch>
                  <a:fillRect l="-368" b="-70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0CD7D28-9EDF-A944-83BA-331BD959ABA7}"/>
                  </a:ext>
                </a:extLst>
              </p:cNvPr>
              <p:cNvSpPr txBox="1"/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0CD7D28-9EDF-A944-83BA-331BD959A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blipFill>
                <a:blip r:embed="rId26"/>
                <a:stretch>
                  <a:fillRect l="-717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224D43-2F80-6744-BCE0-A90FEC77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9197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6146800" y="2296161"/>
            <a:ext cx="760307" cy="337820"/>
          </a:xfrm>
          <a:custGeom>
            <a:avLst/>
            <a:gdLst/>
            <a:ahLst/>
            <a:cxnLst/>
            <a:rect l="l" t="t" r="r" b="b"/>
            <a:pathLst>
              <a:path w="570229" h="253364">
                <a:moveTo>
                  <a:pt x="0" y="252983"/>
                </a:moveTo>
                <a:lnTo>
                  <a:pt x="569976" y="252983"/>
                </a:lnTo>
                <a:lnTo>
                  <a:pt x="569976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8780272" y="2286001"/>
            <a:ext cx="557107" cy="339513"/>
          </a:xfrm>
          <a:custGeom>
            <a:avLst/>
            <a:gdLst/>
            <a:ahLst/>
            <a:cxnLst/>
            <a:rect l="l" t="t" r="r" b="b"/>
            <a:pathLst>
              <a:path w="417829" h="254635">
                <a:moveTo>
                  <a:pt x="0" y="254507"/>
                </a:moveTo>
                <a:lnTo>
                  <a:pt x="417575" y="254507"/>
                </a:lnTo>
                <a:lnTo>
                  <a:pt x="41757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Shape 52">
            <a:extLst>
              <a:ext uri="{FF2B5EF4-FFF2-40B4-BE49-F238E27FC236}">
                <a16:creationId xmlns:a16="http://schemas.microsoft.com/office/drawing/2014/main" id="{27CEECD1-F5D3-8D4B-A46B-E3C4D920DE92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3C51718-3FEC-DF4E-AC09-EEA098F2236E}"/>
                  </a:ext>
                </a:extLst>
              </p:cNvPr>
              <p:cNvSpPr txBox="1"/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3C51718-3FEC-DF4E-AC09-EEA098F22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blipFill>
                <a:blip r:embed="rId23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FC1D4D1-3EDA-3E41-90CF-0A62A05EB36C}"/>
                  </a:ext>
                </a:extLst>
              </p:cNvPr>
              <p:cNvSpPr txBox="1"/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FC1D4D1-3EDA-3E41-90CF-0A62A05EB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blipFill>
                <a:blip r:embed="rId24"/>
                <a:stretch>
                  <a:fillRect l="-368" b="-70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72F7382-9B27-EE43-BEEB-A18A5E1FDA6F}"/>
                  </a:ext>
                </a:extLst>
              </p:cNvPr>
              <p:cNvSpPr txBox="1"/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72F7382-9B27-EE43-BEEB-A18A5E1FD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blipFill>
                <a:blip r:embed="rId25"/>
                <a:stretch>
                  <a:fillRect l="-717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EE2D946-617C-B64F-82CD-585AE07DA69D}"/>
                  </a:ext>
                </a:extLst>
              </p:cNvPr>
              <p:cNvSpPr txBox="1"/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𝒈𝒂𝒊𝒏</m:t>
                      </m:r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𝑿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𝒄𝒐𝒍𝒐𝒓</m:t>
                          </m:r>
                        </m:e>
                      </m:d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𝟗𝟖𝟓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𝟗𝟏𝟖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𝟎𝟐𝟎</m:t>
                      </m:r>
                    </m:oMath>
                  </m:oMathPara>
                </a14:m>
                <a:endParaRPr lang="en-US" sz="2133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EE2D946-617C-B64F-82CD-585AE07DA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blipFill>
                <a:blip r:embed="rId26"/>
                <a:stretch>
                  <a:fillRect l="-505" b="-71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5C6DC1-2557-A04D-A008-517CA47F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1154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6146800" y="2296161"/>
            <a:ext cx="760307" cy="337820"/>
          </a:xfrm>
          <a:custGeom>
            <a:avLst/>
            <a:gdLst/>
            <a:ahLst/>
            <a:cxnLst/>
            <a:rect l="l" t="t" r="r" b="b"/>
            <a:pathLst>
              <a:path w="570229" h="253364">
                <a:moveTo>
                  <a:pt x="0" y="252983"/>
                </a:moveTo>
                <a:lnTo>
                  <a:pt x="569976" y="252983"/>
                </a:lnTo>
                <a:lnTo>
                  <a:pt x="569976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8830056" y="2017099"/>
            <a:ext cx="677333" cy="831427"/>
          </a:xfrm>
          <a:custGeom>
            <a:avLst/>
            <a:gdLst/>
            <a:ahLst/>
            <a:cxnLst/>
            <a:rect l="l" t="t" r="r" b="b"/>
            <a:pathLst>
              <a:path w="508000" h="623569">
                <a:moveTo>
                  <a:pt x="27304" y="498475"/>
                </a:moveTo>
                <a:lnTo>
                  <a:pt x="0" y="623315"/>
                </a:lnTo>
                <a:lnTo>
                  <a:pt x="116204" y="570230"/>
                </a:lnTo>
                <a:lnTo>
                  <a:pt x="104876" y="561086"/>
                </a:lnTo>
                <a:lnTo>
                  <a:pt x="74675" y="561086"/>
                </a:lnTo>
                <a:lnTo>
                  <a:pt x="44957" y="537209"/>
                </a:lnTo>
                <a:lnTo>
                  <a:pt x="56920" y="522379"/>
                </a:lnTo>
                <a:lnTo>
                  <a:pt x="27304" y="498475"/>
                </a:lnTo>
                <a:close/>
              </a:path>
              <a:path w="508000" h="623569">
                <a:moveTo>
                  <a:pt x="56920" y="522379"/>
                </a:moveTo>
                <a:lnTo>
                  <a:pt x="44957" y="537209"/>
                </a:lnTo>
                <a:lnTo>
                  <a:pt x="74675" y="561086"/>
                </a:lnTo>
                <a:lnTo>
                  <a:pt x="86582" y="546320"/>
                </a:lnTo>
                <a:lnTo>
                  <a:pt x="56920" y="522379"/>
                </a:lnTo>
                <a:close/>
              </a:path>
              <a:path w="508000" h="623569">
                <a:moveTo>
                  <a:pt x="86582" y="546320"/>
                </a:moveTo>
                <a:lnTo>
                  <a:pt x="74675" y="561086"/>
                </a:lnTo>
                <a:lnTo>
                  <a:pt x="104876" y="561086"/>
                </a:lnTo>
                <a:lnTo>
                  <a:pt x="86582" y="546320"/>
                </a:lnTo>
                <a:close/>
              </a:path>
              <a:path w="508000" h="623569">
                <a:moveTo>
                  <a:pt x="478281" y="0"/>
                </a:moveTo>
                <a:lnTo>
                  <a:pt x="56920" y="522379"/>
                </a:lnTo>
                <a:lnTo>
                  <a:pt x="86582" y="546320"/>
                </a:lnTo>
                <a:lnTo>
                  <a:pt x="507873" y="23875"/>
                </a:lnTo>
                <a:lnTo>
                  <a:pt x="478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8595697" y="2974103"/>
            <a:ext cx="534128" cy="2401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8780272" y="2286001"/>
            <a:ext cx="577427" cy="339513"/>
          </a:xfrm>
          <a:custGeom>
            <a:avLst/>
            <a:gdLst/>
            <a:ahLst/>
            <a:cxnLst/>
            <a:rect l="l" t="t" r="r" b="b"/>
            <a:pathLst>
              <a:path w="433070" h="254635">
                <a:moveTo>
                  <a:pt x="0" y="254507"/>
                </a:moveTo>
                <a:lnTo>
                  <a:pt x="432816" y="254507"/>
                </a:lnTo>
                <a:lnTo>
                  <a:pt x="432816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8903886" y="2282782"/>
            <a:ext cx="438911" cy="314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Shape 52">
            <a:extLst>
              <a:ext uri="{FF2B5EF4-FFF2-40B4-BE49-F238E27FC236}">
                <a16:creationId xmlns:a16="http://schemas.microsoft.com/office/drawing/2014/main" id="{3F1DB86A-4824-CB42-B719-6098FF26BD8D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F9ACD05-38B6-6843-A99D-1883804EF9F0}"/>
                  </a:ext>
                </a:extLst>
              </p:cNvPr>
              <p:cNvSpPr txBox="1"/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F9ACD05-38B6-6843-A99D-1883804EF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blipFill>
                <a:blip r:embed="rId23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3ED7B12-9937-6544-936E-0E86C5A72BE0}"/>
                  </a:ext>
                </a:extLst>
              </p:cNvPr>
              <p:cNvSpPr txBox="1"/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3ED7B12-9937-6544-936E-0E86C5A72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blipFill>
                <a:blip r:embed="rId24"/>
                <a:stretch>
                  <a:fillRect l="-368" b="-70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6822374-B6BA-A844-94D6-2F8D57442319}"/>
                  </a:ext>
                </a:extLst>
              </p:cNvPr>
              <p:cNvSpPr txBox="1"/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6822374-B6BA-A844-94D6-2F8D57442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blipFill>
                <a:blip r:embed="rId25"/>
                <a:stretch>
                  <a:fillRect l="-717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B1C33FE-EC17-7848-98C9-1F23DCDFA256}"/>
                  </a:ext>
                </a:extLst>
              </p:cNvPr>
              <p:cNvSpPr txBox="1"/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𝑓𝑙𝑦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=0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B1C33FE-EC17-7848-98C9-1F23DCDFA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blipFill>
                <a:blip r:embed="rId26"/>
                <a:stretch>
                  <a:fillRect l="-717" b="-111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1146D0F-CFC7-5248-BE04-EEF871B5BAC3}"/>
                  </a:ext>
                </a:extLst>
              </p:cNvPr>
              <p:cNvSpPr txBox="1"/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𝒈𝒂𝒊𝒏</m:t>
                      </m:r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𝑿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𝒄𝒐𝒍𝒐𝒓</m:t>
                          </m:r>
                        </m:e>
                      </m:d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𝟗𝟖𝟓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𝟗𝟏𝟖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𝟎𝟐𝟎</m:t>
                      </m:r>
                    </m:oMath>
                  </m:oMathPara>
                </a14:m>
                <a:endParaRPr lang="en-US" sz="2133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1146D0F-CFC7-5248-BE04-EEF871B5B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blipFill>
                <a:blip r:embed="rId27"/>
                <a:stretch>
                  <a:fillRect l="-505" b="-71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D4C3A2-9FD4-9242-889C-FA0BF6FF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167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" name="object 52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6146800" y="2296161"/>
            <a:ext cx="760307" cy="337820"/>
          </a:xfrm>
          <a:custGeom>
            <a:avLst/>
            <a:gdLst/>
            <a:ahLst/>
            <a:cxnLst/>
            <a:rect l="l" t="t" r="r" b="b"/>
            <a:pathLst>
              <a:path w="570229" h="253364">
                <a:moveTo>
                  <a:pt x="0" y="252983"/>
                </a:moveTo>
                <a:lnTo>
                  <a:pt x="569976" y="252983"/>
                </a:lnTo>
                <a:lnTo>
                  <a:pt x="569976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8780272" y="2286001"/>
            <a:ext cx="577427" cy="339513"/>
          </a:xfrm>
          <a:custGeom>
            <a:avLst/>
            <a:gdLst/>
            <a:ahLst/>
            <a:cxnLst/>
            <a:rect l="l" t="t" r="r" b="b"/>
            <a:pathLst>
              <a:path w="433070" h="254635">
                <a:moveTo>
                  <a:pt x="0" y="254507"/>
                </a:moveTo>
                <a:lnTo>
                  <a:pt x="432816" y="254507"/>
                </a:lnTo>
                <a:lnTo>
                  <a:pt x="432816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9762067" y="2891535"/>
            <a:ext cx="916652" cy="2397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9993714" y="3054097"/>
            <a:ext cx="421977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9468951" y="2016590"/>
            <a:ext cx="706967" cy="829733"/>
          </a:xfrm>
          <a:custGeom>
            <a:avLst/>
            <a:gdLst/>
            <a:ahLst/>
            <a:cxnLst/>
            <a:rect l="l" t="t" r="r" b="b"/>
            <a:pathLst>
              <a:path w="530225" h="622300">
                <a:moveTo>
                  <a:pt x="441837" y="547281"/>
                </a:moveTo>
                <a:lnTo>
                  <a:pt x="412750" y="571881"/>
                </a:lnTo>
                <a:lnTo>
                  <a:pt x="530097" y="622300"/>
                </a:lnTo>
                <a:lnTo>
                  <a:pt x="515448" y="561848"/>
                </a:lnTo>
                <a:lnTo>
                  <a:pt x="454151" y="561848"/>
                </a:lnTo>
                <a:lnTo>
                  <a:pt x="441837" y="547281"/>
                </a:lnTo>
                <a:close/>
              </a:path>
              <a:path w="530225" h="622300">
                <a:moveTo>
                  <a:pt x="470882" y="522717"/>
                </a:moveTo>
                <a:lnTo>
                  <a:pt x="441837" y="547281"/>
                </a:lnTo>
                <a:lnTo>
                  <a:pt x="454151" y="561848"/>
                </a:lnTo>
                <a:lnTo>
                  <a:pt x="483234" y="537337"/>
                </a:lnTo>
                <a:lnTo>
                  <a:pt x="470882" y="522717"/>
                </a:lnTo>
                <a:close/>
              </a:path>
              <a:path w="530225" h="622300">
                <a:moveTo>
                  <a:pt x="499998" y="498094"/>
                </a:moveTo>
                <a:lnTo>
                  <a:pt x="470882" y="522717"/>
                </a:lnTo>
                <a:lnTo>
                  <a:pt x="483234" y="537337"/>
                </a:lnTo>
                <a:lnTo>
                  <a:pt x="454151" y="561848"/>
                </a:lnTo>
                <a:lnTo>
                  <a:pt x="515448" y="561848"/>
                </a:lnTo>
                <a:lnTo>
                  <a:pt x="499998" y="498094"/>
                </a:lnTo>
                <a:close/>
              </a:path>
              <a:path w="530225" h="622300">
                <a:moveTo>
                  <a:pt x="29209" y="0"/>
                </a:moveTo>
                <a:lnTo>
                  <a:pt x="0" y="24637"/>
                </a:lnTo>
                <a:lnTo>
                  <a:pt x="441837" y="547281"/>
                </a:lnTo>
                <a:lnTo>
                  <a:pt x="470882" y="522717"/>
                </a:lnTo>
                <a:lnTo>
                  <a:pt x="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9552431" y="2286001"/>
            <a:ext cx="496147" cy="339513"/>
          </a:xfrm>
          <a:custGeom>
            <a:avLst/>
            <a:gdLst/>
            <a:ahLst/>
            <a:cxnLst/>
            <a:rect l="l" t="t" r="r" b="b"/>
            <a:pathLst>
              <a:path w="372109" h="254635">
                <a:moveTo>
                  <a:pt x="0" y="254507"/>
                </a:moveTo>
                <a:lnTo>
                  <a:pt x="371855" y="254507"/>
                </a:lnTo>
                <a:lnTo>
                  <a:pt x="37185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9676044" y="2282782"/>
            <a:ext cx="371856" cy="3149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Shape 52">
            <a:extLst>
              <a:ext uri="{FF2B5EF4-FFF2-40B4-BE49-F238E27FC236}">
                <a16:creationId xmlns:a16="http://schemas.microsoft.com/office/drawing/2014/main" id="{952DB4F2-959C-8A43-9F12-65A3D5757228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57F745E-B664-3F4E-95B3-F1F11ACD41AA}"/>
                  </a:ext>
                </a:extLst>
              </p:cNvPr>
              <p:cNvSpPr txBox="1"/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57F745E-B664-3F4E-95B3-F1F11ACD4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blipFill>
                <a:blip r:embed="rId23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0C7535C-E9D7-2949-9537-4A06947EE439}"/>
                  </a:ext>
                </a:extLst>
              </p:cNvPr>
              <p:cNvSpPr txBox="1"/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0C7535C-E9D7-2949-9537-4A06947E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blipFill>
                <a:blip r:embed="rId24"/>
                <a:stretch>
                  <a:fillRect l="-368" b="-70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5E353099-FCA6-F34A-98F9-14C48504A352}"/>
                  </a:ext>
                </a:extLst>
              </p:cNvPr>
              <p:cNvSpPr txBox="1"/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5E353099-FCA6-F34A-98F9-14C48504A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blipFill>
                <a:blip r:embed="rId25"/>
                <a:stretch>
                  <a:fillRect l="-717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04C00CA-4466-0545-97FB-9A8D4F3E3986}"/>
                  </a:ext>
                </a:extLst>
              </p:cNvPr>
              <p:cNvSpPr txBox="1"/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𝑓𝑙𝑦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=0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04C00CA-4466-0545-97FB-9A8D4F3E3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blipFill>
                <a:blip r:embed="rId26"/>
                <a:stretch>
                  <a:fillRect l="-717" b="-111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FF6C99B-BE2D-AE4D-ABC1-3B7B2582609B}"/>
                  </a:ext>
                </a:extLst>
              </p:cNvPr>
              <p:cNvSpPr txBox="1"/>
              <p:nvPr/>
            </p:nvSpPr>
            <p:spPr>
              <a:xfrm>
                <a:off x="4368343" y="5440497"/>
                <a:ext cx="6879167" cy="707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𝑓𝑙𝑦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𝑛𝑜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0. 811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FF6C99B-BE2D-AE4D-ABC1-3B7B25826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343" y="5440497"/>
                <a:ext cx="6879167" cy="707245"/>
              </a:xfrm>
              <a:prstGeom prst="rect">
                <a:avLst/>
              </a:prstGeom>
              <a:blipFill>
                <a:blip r:embed="rId27"/>
                <a:stretch>
                  <a:fillRect l="-554" b="-89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FE62C50-8818-884C-9F6A-1B193447AB7E}"/>
                  </a:ext>
                </a:extLst>
              </p:cNvPr>
              <p:cNvSpPr txBox="1"/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𝒈𝒂𝒊𝒏</m:t>
                      </m:r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𝑿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𝒄𝒐𝒍𝒐𝒓</m:t>
                          </m:r>
                        </m:e>
                      </m:d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𝟗𝟖𝟓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𝟗𝟏𝟖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𝟎𝟐𝟎</m:t>
                      </m:r>
                    </m:oMath>
                  </m:oMathPara>
                </a14:m>
                <a:endParaRPr lang="en-US" sz="2133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FE62C50-8818-884C-9F6A-1B193447A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blipFill>
                <a:blip r:embed="rId28"/>
                <a:stretch>
                  <a:fillRect l="-505" b="-71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A36B05-7B78-5449-85FA-D3F6E9A0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5403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/>
          <p:nvPr/>
        </p:nvSpPr>
        <p:spPr>
          <a:xfrm>
            <a:off x="110974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2063157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016504" y="156772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10974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063157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016504" y="1791241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40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110974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2063157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3016504" y="223811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10974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063157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3016504" y="2685152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110974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2063157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3016504" y="3132023"/>
            <a:ext cx="954193" cy="223520"/>
          </a:xfrm>
          <a:custGeom>
            <a:avLst/>
            <a:gdLst/>
            <a:ahLst/>
            <a:cxnLst/>
            <a:rect l="l" t="t" r="r" b="b"/>
            <a:pathLst>
              <a:path w="715644" h="167639">
                <a:moveTo>
                  <a:pt x="0" y="167614"/>
                </a:moveTo>
                <a:lnTo>
                  <a:pt x="715048" y="167614"/>
                </a:lnTo>
                <a:lnTo>
                  <a:pt x="715048" y="0"/>
                </a:lnTo>
                <a:lnTo>
                  <a:pt x="0" y="0"/>
                </a:lnTo>
                <a:lnTo>
                  <a:pt x="0" y="16761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09744" y="1550755"/>
          <a:ext cx="2859193" cy="180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1268374" y="1588685"/>
            <a:ext cx="686308" cy="16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2388785" y="1588685"/>
            <a:ext cx="360883" cy="168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3340269" y="1588685"/>
            <a:ext cx="365759" cy="16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01317" y="1812205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154767" y="181220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3258989" y="1812205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1201317" y="2035726"/>
            <a:ext cx="237744" cy="17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2154767" y="2035726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3258989" y="2035726"/>
            <a:ext cx="547624" cy="1686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01318" y="225924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154767" y="2259245"/>
            <a:ext cx="429157" cy="170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3380909" y="2259245"/>
            <a:ext cx="279400" cy="168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1201318" y="2482765"/>
            <a:ext cx="279061" cy="1706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2154767" y="2482765"/>
            <a:ext cx="385267" cy="170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3380909" y="2482764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1201317" y="270628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2154767" y="2706285"/>
            <a:ext cx="385267" cy="1706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3258989" y="2706285"/>
            <a:ext cx="547624" cy="168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1201317" y="2929805"/>
            <a:ext cx="237744" cy="17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2154767" y="2929805"/>
            <a:ext cx="429157" cy="170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3380909" y="2929805"/>
            <a:ext cx="279400" cy="168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1201318" y="3152919"/>
            <a:ext cx="279061" cy="171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2154767" y="3152919"/>
            <a:ext cx="385267" cy="1710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3380909" y="3152919"/>
            <a:ext cx="279400" cy="1690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5473192" y="1531112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0" y="384048"/>
                </a:moveTo>
                <a:lnTo>
                  <a:pt x="914400" y="384048"/>
                </a:lnTo>
                <a:lnTo>
                  <a:pt x="914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5822865" y="1607311"/>
            <a:ext cx="619353" cy="329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5423408" y="203691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29"/>
                </a:moveTo>
                <a:lnTo>
                  <a:pt x="0" y="615314"/>
                </a:lnTo>
                <a:lnTo>
                  <a:pt x="77470" y="579881"/>
                </a:lnTo>
                <a:lnTo>
                  <a:pt x="65008" y="569848"/>
                </a:lnTo>
                <a:lnTo>
                  <a:pt x="44831" y="569848"/>
                </a:lnTo>
                <a:lnTo>
                  <a:pt x="34925" y="561847"/>
                </a:lnTo>
                <a:lnTo>
                  <a:pt x="42856" y="552013"/>
                </a:lnTo>
                <a:lnTo>
                  <a:pt x="18161" y="532129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7"/>
                </a:lnTo>
                <a:lnTo>
                  <a:pt x="44831" y="569848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1" y="569848"/>
                </a:lnTo>
                <a:lnTo>
                  <a:pt x="65008" y="569848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4814823" y="2858008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5077968" y="2902136"/>
            <a:ext cx="779525" cy="240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5201921" y="3065441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5374639" y="2296161"/>
            <a:ext cx="772160" cy="337820"/>
          </a:xfrm>
          <a:custGeom>
            <a:avLst/>
            <a:gdLst/>
            <a:ahLst/>
            <a:cxnLst/>
            <a:rect l="l" t="t" r="r" b="b"/>
            <a:pathLst>
              <a:path w="579120" h="253364">
                <a:moveTo>
                  <a:pt x="0" y="252983"/>
                </a:moveTo>
                <a:lnTo>
                  <a:pt x="579120" y="252983"/>
                </a:lnTo>
                <a:lnTo>
                  <a:pt x="579120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5497746" y="2292097"/>
            <a:ext cx="660805" cy="314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6160007" y="2855977"/>
            <a:ext cx="1219200" cy="512233"/>
          </a:xfrm>
          <a:custGeom>
            <a:avLst/>
            <a:gdLst/>
            <a:ahLst/>
            <a:cxnLst/>
            <a:rect l="l" t="t" r="r" b="b"/>
            <a:pathLst>
              <a:path w="914400" h="384175">
                <a:moveTo>
                  <a:pt x="147066" y="0"/>
                </a:moveTo>
                <a:lnTo>
                  <a:pt x="767334" y="0"/>
                </a:lnTo>
                <a:lnTo>
                  <a:pt x="806405" y="6859"/>
                </a:lnTo>
                <a:lnTo>
                  <a:pt x="841530" y="26218"/>
                </a:lnTo>
                <a:lnTo>
                  <a:pt x="871299" y="56245"/>
                </a:lnTo>
                <a:lnTo>
                  <a:pt x="894305" y="95108"/>
                </a:lnTo>
                <a:lnTo>
                  <a:pt x="909141" y="140978"/>
                </a:lnTo>
                <a:lnTo>
                  <a:pt x="914400" y="192024"/>
                </a:lnTo>
                <a:lnTo>
                  <a:pt x="909141" y="243069"/>
                </a:lnTo>
                <a:lnTo>
                  <a:pt x="894305" y="288939"/>
                </a:lnTo>
                <a:lnTo>
                  <a:pt x="871299" y="327802"/>
                </a:lnTo>
                <a:lnTo>
                  <a:pt x="841530" y="357829"/>
                </a:lnTo>
                <a:lnTo>
                  <a:pt x="806405" y="377188"/>
                </a:lnTo>
                <a:lnTo>
                  <a:pt x="767334" y="384048"/>
                </a:lnTo>
                <a:lnTo>
                  <a:pt x="147066" y="384048"/>
                </a:lnTo>
                <a:lnTo>
                  <a:pt x="107994" y="377188"/>
                </a:lnTo>
                <a:lnTo>
                  <a:pt x="72869" y="357829"/>
                </a:lnTo>
                <a:lnTo>
                  <a:pt x="43100" y="327802"/>
                </a:lnTo>
                <a:lnTo>
                  <a:pt x="20094" y="288939"/>
                </a:lnTo>
                <a:lnTo>
                  <a:pt x="5258" y="243069"/>
                </a:lnTo>
                <a:lnTo>
                  <a:pt x="0" y="192024"/>
                </a:lnTo>
                <a:lnTo>
                  <a:pt x="5258" y="140978"/>
                </a:lnTo>
                <a:lnTo>
                  <a:pt x="20094" y="95108"/>
                </a:lnTo>
                <a:lnTo>
                  <a:pt x="43100" y="56245"/>
                </a:lnTo>
                <a:lnTo>
                  <a:pt x="72869" y="26218"/>
                </a:lnTo>
                <a:lnTo>
                  <a:pt x="107994" y="685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6370321" y="2900849"/>
            <a:ext cx="887305" cy="2397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6547105" y="3063410"/>
            <a:ext cx="506255" cy="2397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5" name="object 105"/>
          <p:cNvSpPr/>
          <p:nvPr/>
        </p:nvSpPr>
        <p:spPr>
          <a:xfrm>
            <a:off x="6075340" y="2036741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7"/>
                </a:lnTo>
                <a:lnTo>
                  <a:pt x="520319" y="614045"/>
                </a:lnTo>
                <a:lnTo>
                  <a:pt x="509578" y="569722"/>
                </a:lnTo>
                <a:lnTo>
                  <a:pt x="474472" y="569722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2"/>
                </a:lnTo>
                <a:lnTo>
                  <a:pt x="484251" y="561467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3" y="531241"/>
                </a:moveTo>
                <a:lnTo>
                  <a:pt x="476040" y="551753"/>
                </a:lnTo>
                <a:lnTo>
                  <a:pt x="484251" y="561467"/>
                </a:lnTo>
                <a:lnTo>
                  <a:pt x="474472" y="569722"/>
                </a:lnTo>
                <a:lnTo>
                  <a:pt x="509578" y="569722"/>
                </a:lnTo>
                <a:lnTo>
                  <a:pt x="500253" y="531241"/>
                </a:lnTo>
                <a:close/>
              </a:path>
              <a:path w="520700" h="614044">
                <a:moveTo>
                  <a:pt x="9652" y="0"/>
                </a:moveTo>
                <a:lnTo>
                  <a:pt x="0" y="8128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object 106"/>
          <p:cNvSpPr/>
          <p:nvPr/>
        </p:nvSpPr>
        <p:spPr>
          <a:xfrm>
            <a:off x="6146800" y="2296161"/>
            <a:ext cx="760307" cy="337820"/>
          </a:xfrm>
          <a:custGeom>
            <a:avLst/>
            <a:gdLst/>
            <a:ahLst/>
            <a:cxnLst/>
            <a:rect l="l" t="t" r="r" b="b"/>
            <a:pathLst>
              <a:path w="570229" h="253364">
                <a:moveTo>
                  <a:pt x="0" y="252983"/>
                </a:moveTo>
                <a:lnTo>
                  <a:pt x="569976" y="252983"/>
                </a:lnTo>
                <a:lnTo>
                  <a:pt x="569976" y="0"/>
                </a:lnTo>
                <a:lnTo>
                  <a:pt x="0" y="0"/>
                </a:lnTo>
                <a:lnTo>
                  <a:pt x="0" y="252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7" name="object 107"/>
          <p:cNvSpPr/>
          <p:nvPr/>
        </p:nvSpPr>
        <p:spPr>
          <a:xfrm>
            <a:off x="6269904" y="2292097"/>
            <a:ext cx="612037" cy="3149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8" name="object 108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9" name="object 109"/>
          <p:cNvSpPr/>
          <p:nvPr/>
        </p:nvSpPr>
        <p:spPr>
          <a:xfrm>
            <a:off x="8878824" y="1520952"/>
            <a:ext cx="1217507" cy="512233"/>
          </a:xfrm>
          <a:custGeom>
            <a:avLst/>
            <a:gdLst/>
            <a:ahLst/>
            <a:cxnLst/>
            <a:rect l="l" t="t" r="r" b="b"/>
            <a:pathLst>
              <a:path w="913129" h="384175">
                <a:moveTo>
                  <a:pt x="0" y="384048"/>
                </a:moveTo>
                <a:lnTo>
                  <a:pt x="912876" y="384048"/>
                </a:lnTo>
                <a:lnTo>
                  <a:pt x="912876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0" name="object 110"/>
          <p:cNvSpPr/>
          <p:nvPr/>
        </p:nvSpPr>
        <p:spPr>
          <a:xfrm>
            <a:off x="9299617" y="1597999"/>
            <a:ext cx="467867" cy="3291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1" name="object 111"/>
          <p:cNvSpPr/>
          <p:nvPr/>
        </p:nvSpPr>
        <p:spPr>
          <a:xfrm>
            <a:off x="8829041" y="2026751"/>
            <a:ext cx="664633" cy="820420"/>
          </a:xfrm>
          <a:custGeom>
            <a:avLst/>
            <a:gdLst/>
            <a:ahLst/>
            <a:cxnLst/>
            <a:rect l="l" t="t" r="r" b="b"/>
            <a:pathLst>
              <a:path w="498475" h="615314">
                <a:moveTo>
                  <a:pt x="18161" y="532130"/>
                </a:moveTo>
                <a:lnTo>
                  <a:pt x="0" y="615314"/>
                </a:lnTo>
                <a:lnTo>
                  <a:pt x="77470" y="579882"/>
                </a:lnTo>
                <a:lnTo>
                  <a:pt x="65008" y="569849"/>
                </a:lnTo>
                <a:lnTo>
                  <a:pt x="44830" y="569849"/>
                </a:lnTo>
                <a:lnTo>
                  <a:pt x="34925" y="561848"/>
                </a:lnTo>
                <a:lnTo>
                  <a:pt x="42856" y="552013"/>
                </a:lnTo>
                <a:lnTo>
                  <a:pt x="18161" y="532130"/>
                </a:lnTo>
                <a:close/>
              </a:path>
              <a:path w="498475" h="615314">
                <a:moveTo>
                  <a:pt x="42856" y="552013"/>
                </a:moveTo>
                <a:lnTo>
                  <a:pt x="34925" y="561848"/>
                </a:lnTo>
                <a:lnTo>
                  <a:pt x="44830" y="569849"/>
                </a:lnTo>
                <a:lnTo>
                  <a:pt x="52773" y="559998"/>
                </a:lnTo>
                <a:lnTo>
                  <a:pt x="42856" y="552013"/>
                </a:lnTo>
                <a:close/>
              </a:path>
              <a:path w="498475" h="615314">
                <a:moveTo>
                  <a:pt x="52773" y="559998"/>
                </a:moveTo>
                <a:lnTo>
                  <a:pt x="44830" y="569849"/>
                </a:lnTo>
                <a:lnTo>
                  <a:pt x="65008" y="569849"/>
                </a:lnTo>
                <a:lnTo>
                  <a:pt x="52773" y="559998"/>
                </a:lnTo>
                <a:close/>
              </a:path>
              <a:path w="498475" h="615314">
                <a:moveTo>
                  <a:pt x="488061" y="0"/>
                </a:moveTo>
                <a:lnTo>
                  <a:pt x="42856" y="552013"/>
                </a:lnTo>
                <a:lnTo>
                  <a:pt x="52773" y="559998"/>
                </a:lnTo>
                <a:lnTo>
                  <a:pt x="497967" y="7874"/>
                </a:lnTo>
                <a:lnTo>
                  <a:pt x="48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2" name="object 112"/>
          <p:cNvSpPr/>
          <p:nvPr/>
        </p:nvSpPr>
        <p:spPr>
          <a:xfrm>
            <a:off x="8220455" y="2847847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3" name="object 113"/>
          <p:cNvSpPr/>
          <p:nvPr/>
        </p:nvSpPr>
        <p:spPr>
          <a:xfrm>
            <a:off x="8607890" y="2974103"/>
            <a:ext cx="508575" cy="2401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4" name="object 114"/>
          <p:cNvSpPr/>
          <p:nvPr/>
        </p:nvSpPr>
        <p:spPr>
          <a:xfrm>
            <a:off x="8780272" y="2286001"/>
            <a:ext cx="557107" cy="339513"/>
          </a:xfrm>
          <a:custGeom>
            <a:avLst/>
            <a:gdLst/>
            <a:ahLst/>
            <a:cxnLst/>
            <a:rect l="l" t="t" r="r" b="b"/>
            <a:pathLst>
              <a:path w="417829" h="254635">
                <a:moveTo>
                  <a:pt x="0" y="254507"/>
                </a:moveTo>
                <a:lnTo>
                  <a:pt x="417575" y="254507"/>
                </a:lnTo>
                <a:lnTo>
                  <a:pt x="417575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5" name="object 115"/>
          <p:cNvSpPr/>
          <p:nvPr/>
        </p:nvSpPr>
        <p:spPr>
          <a:xfrm>
            <a:off x="8903885" y="2282782"/>
            <a:ext cx="411819" cy="314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6" name="object 116"/>
          <p:cNvSpPr/>
          <p:nvPr/>
        </p:nvSpPr>
        <p:spPr>
          <a:xfrm>
            <a:off x="9565640" y="2845815"/>
            <a:ext cx="1219200" cy="514773"/>
          </a:xfrm>
          <a:custGeom>
            <a:avLst/>
            <a:gdLst/>
            <a:ahLst/>
            <a:cxnLst/>
            <a:rect l="l" t="t" r="r" b="b"/>
            <a:pathLst>
              <a:path w="914400" h="386080">
                <a:moveTo>
                  <a:pt x="147066" y="0"/>
                </a:moveTo>
                <a:lnTo>
                  <a:pt x="767334" y="0"/>
                </a:lnTo>
                <a:lnTo>
                  <a:pt x="806405" y="6889"/>
                </a:lnTo>
                <a:lnTo>
                  <a:pt x="841530" y="26331"/>
                </a:lnTo>
                <a:lnTo>
                  <a:pt x="871299" y="56483"/>
                </a:lnTo>
                <a:lnTo>
                  <a:pt x="894305" y="95503"/>
                </a:lnTo>
                <a:lnTo>
                  <a:pt x="909141" y="141552"/>
                </a:lnTo>
                <a:lnTo>
                  <a:pt x="914400" y="192786"/>
                </a:lnTo>
                <a:lnTo>
                  <a:pt x="909141" y="244019"/>
                </a:lnTo>
                <a:lnTo>
                  <a:pt x="894305" y="290068"/>
                </a:lnTo>
                <a:lnTo>
                  <a:pt x="871299" y="329088"/>
                </a:lnTo>
                <a:lnTo>
                  <a:pt x="841530" y="359240"/>
                </a:lnTo>
                <a:lnTo>
                  <a:pt x="806405" y="378682"/>
                </a:lnTo>
                <a:lnTo>
                  <a:pt x="767334" y="385571"/>
                </a:lnTo>
                <a:lnTo>
                  <a:pt x="147066" y="385571"/>
                </a:lnTo>
                <a:lnTo>
                  <a:pt x="107994" y="378682"/>
                </a:lnTo>
                <a:lnTo>
                  <a:pt x="72869" y="359240"/>
                </a:lnTo>
                <a:lnTo>
                  <a:pt x="43100" y="329088"/>
                </a:lnTo>
                <a:lnTo>
                  <a:pt x="20094" y="290068"/>
                </a:lnTo>
                <a:lnTo>
                  <a:pt x="5258" y="244019"/>
                </a:lnTo>
                <a:lnTo>
                  <a:pt x="0" y="192786"/>
                </a:lnTo>
                <a:lnTo>
                  <a:pt x="5258" y="141552"/>
                </a:lnTo>
                <a:lnTo>
                  <a:pt x="20094" y="95504"/>
                </a:lnTo>
                <a:lnTo>
                  <a:pt x="43100" y="56483"/>
                </a:lnTo>
                <a:lnTo>
                  <a:pt x="72869" y="26331"/>
                </a:lnTo>
                <a:lnTo>
                  <a:pt x="107994" y="6889"/>
                </a:lnTo>
                <a:lnTo>
                  <a:pt x="147066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7" name="object 117"/>
          <p:cNvSpPr/>
          <p:nvPr/>
        </p:nvSpPr>
        <p:spPr>
          <a:xfrm>
            <a:off x="9774258" y="2891535"/>
            <a:ext cx="889559" cy="2397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8" name="object 118"/>
          <p:cNvSpPr/>
          <p:nvPr/>
        </p:nvSpPr>
        <p:spPr>
          <a:xfrm>
            <a:off x="10005907" y="3054097"/>
            <a:ext cx="393531" cy="2397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9" name="object 119"/>
          <p:cNvSpPr/>
          <p:nvPr/>
        </p:nvSpPr>
        <p:spPr>
          <a:xfrm>
            <a:off x="9480973" y="2026582"/>
            <a:ext cx="694267" cy="818727"/>
          </a:xfrm>
          <a:custGeom>
            <a:avLst/>
            <a:gdLst/>
            <a:ahLst/>
            <a:cxnLst/>
            <a:rect l="l" t="t" r="r" b="b"/>
            <a:pathLst>
              <a:path w="520700" h="614044">
                <a:moveTo>
                  <a:pt x="466277" y="560023"/>
                </a:moveTo>
                <a:lnTo>
                  <a:pt x="442087" y="580516"/>
                </a:lnTo>
                <a:lnTo>
                  <a:pt x="520319" y="614044"/>
                </a:lnTo>
                <a:lnTo>
                  <a:pt x="509578" y="569721"/>
                </a:lnTo>
                <a:lnTo>
                  <a:pt x="474472" y="569721"/>
                </a:lnTo>
                <a:lnTo>
                  <a:pt x="466277" y="560023"/>
                </a:lnTo>
                <a:close/>
              </a:path>
              <a:path w="520700" h="614044">
                <a:moveTo>
                  <a:pt x="476040" y="551753"/>
                </a:moveTo>
                <a:lnTo>
                  <a:pt x="466277" y="560023"/>
                </a:lnTo>
                <a:lnTo>
                  <a:pt x="474472" y="569721"/>
                </a:lnTo>
                <a:lnTo>
                  <a:pt x="484250" y="561466"/>
                </a:lnTo>
                <a:lnTo>
                  <a:pt x="476040" y="551753"/>
                </a:lnTo>
                <a:close/>
              </a:path>
              <a:path w="520700" h="614044">
                <a:moveTo>
                  <a:pt x="500252" y="531240"/>
                </a:moveTo>
                <a:lnTo>
                  <a:pt x="476040" y="551753"/>
                </a:lnTo>
                <a:lnTo>
                  <a:pt x="484250" y="561466"/>
                </a:lnTo>
                <a:lnTo>
                  <a:pt x="474472" y="569721"/>
                </a:lnTo>
                <a:lnTo>
                  <a:pt x="509578" y="569721"/>
                </a:lnTo>
                <a:lnTo>
                  <a:pt x="500252" y="531240"/>
                </a:lnTo>
                <a:close/>
              </a:path>
              <a:path w="520700" h="614044">
                <a:moveTo>
                  <a:pt x="9651" y="0"/>
                </a:moveTo>
                <a:lnTo>
                  <a:pt x="0" y="8127"/>
                </a:lnTo>
                <a:lnTo>
                  <a:pt x="466277" y="560023"/>
                </a:lnTo>
                <a:lnTo>
                  <a:pt x="476040" y="551753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0" name="object 120"/>
          <p:cNvSpPr/>
          <p:nvPr/>
        </p:nvSpPr>
        <p:spPr>
          <a:xfrm>
            <a:off x="9552431" y="2286001"/>
            <a:ext cx="487680" cy="339513"/>
          </a:xfrm>
          <a:custGeom>
            <a:avLst/>
            <a:gdLst/>
            <a:ahLst/>
            <a:cxnLst/>
            <a:rect l="l" t="t" r="r" b="b"/>
            <a:pathLst>
              <a:path w="365759" h="254635">
                <a:moveTo>
                  <a:pt x="0" y="254507"/>
                </a:moveTo>
                <a:lnTo>
                  <a:pt x="365759" y="254507"/>
                </a:lnTo>
                <a:lnTo>
                  <a:pt x="365759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1" name="object 121"/>
          <p:cNvSpPr/>
          <p:nvPr/>
        </p:nvSpPr>
        <p:spPr>
          <a:xfrm>
            <a:off x="9676044" y="2282782"/>
            <a:ext cx="359664" cy="3149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2" name="object 122"/>
          <p:cNvSpPr/>
          <p:nvPr/>
        </p:nvSpPr>
        <p:spPr>
          <a:xfrm>
            <a:off x="8091423" y="1365503"/>
            <a:ext cx="2851573" cy="2133600"/>
          </a:xfrm>
          <a:custGeom>
            <a:avLst/>
            <a:gdLst/>
            <a:ahLst/>
            <a:cxnLst/>
            <a:rect l="l" t="t" r="r" b="b"/>
            <a:pathLst>
              <a:path w="2138679" h="1600200">
                <a:moveTo>
                  <a:pt x="0" y="139573"/>
                </a:moveTo>
                <a:lnTo>
                  <a:pt x="7115" y="95455"/>
                </a:lnTo>
                <a:lnTo>
                  <a:pt x="26928" y="57140"/>
                </a:lnTo>
                <a:lnTo>
                  <a:pt x="57140" y="26928"/>
                </a:lnTo>
                <a:lnTo>
                  <a:pt x="95455" y="7115"/>
                </a:lnTo>
                <a:lnTo>
                  <a:pt x="139573" y="0"/>
                </a:lnTo>
                <a:lnTo>
                  <a:pt x="1998599" y="0"/>
                </a:lnTo>
                <a:lnTo>
                  <a:pt x="2042716" y="7115"/>
                </a:lnTo>
                <a:lnTo>
                  <a:pt x="2081031" y="26928"/>
                </a:lnTo>
                <a:lnTo>
                  <a:pt x="2111243" y="57140"/>
                </a:lnTo>
                <a:lnTo>
                  <a:pt x="2131056" y="95455"/>
                </a:lnTo>
                <a:lnTo>
                  <a:pt x="2138172" y="139573"/>
                </a:lnTo>
                <a:lnTo>
                  <a:pt x="2138172" y="1460627"/>
                </a:lnTo>
                <a:lnTo>
                  <a:pt x="2131056" y="1504744"/>
                </a:lnTo>
                <a:lnTo>
                  <a:pt x="2111243" y="1543059"/>
                </a:lnTo>
                <a:lnTo>
                  <a:pt x="2081031" y="1573271"/>
                </a:lnTo>
                <a:lnTo>
                  <a:pt x="2042716" y="1593084"/>
                </a:lnTo>
                <a:lnTo>
                  <a:pt x="1998599" y="1600200"/>
                </a:lnTo>
                <a:lnTo>
                  <a:pt x="139573" y="1600200"/>
                </a:lnTo>
                <a:lnTo>
                  <a:pt x="95455" y="1593084"/>
                </a:lnTo>
                <a:lnTo>
                  <a:pt x="57140" y="1573271"/>
                </a:lnTo>
                <a:lnTo>
                  <a:pt x="26928" y="1543059"/>
                </a:lnTo>
                <a:lnTo>
                  <a:pt x="7115" y="1504744"/>
                </a:lnTo>
                <a:lnTo>
                  <a:pt x="0" y="1460627"/>
                </a:lnTo>
                <a:lnTo>
                  <a:pt x="0" y="139573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4" name="Shape 52">
            <a:extLst>
              <a:ext uri="{FF2B5EF4-FFF2-40B4-BE49-F238E27FC236}">
                <a16:creationId xmlns:a16="http://schemas.microsoft.com/office/drawing/2014/main" id="{90B658E7-6C1E-734B-90AF-8AA8FE45C09D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Best attribute = highest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B57340F-6FA5-F349-9295-818248423304}"/>
                  </a:ext>
                </a:extLst>
              </p:cNvPr>
              <p:cNvSpPr txBox="1"/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= − </m:t>
                      </m:r>
                      <m:r>
                        <a:rPr lang="en-US" sz="2133" i="1" spc="7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80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119" baseline="-16339" dirty="0">
                          <a:latin typeface="Cambria Math" panose="02040503050406030204" pitchFamily="18" charset="0"/>
                          <a:cs typeface="Cambria Math"/>
                        </a:rPr>
                        <m:t>mammal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2 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2133" i="1" spc="80" baseline="-16339" dirty="0">
                          <a:latin typeface="Cambria Math" panose="02040503050406030204" pitchFamily="18" charset="0"/>
                          <a:cs typeface="Cambria Math"/>
                        </a:rPr>
                        <m:t>bird</m:t>
                      </m:r>
                      <m:r>
                        <a:rPr lang="en-US" sz="2133" i="1" spc="53" dirty="0">
                          <a:latin typeface="Cambria Math" panose="02040503050406030204" pitchFamily="18" charset="0"/>
                          <a:cs typeface="Cambria Math"/>
                        </a:rPr>
                        <m:t>=−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sz="2133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ar-AE" sz="2133" i="1" baseline="-3703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ar-AE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133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0.985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B57340F-6FA5-F349-9295-818248423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3534777"/>
                <a:ext cx="10690013" cy="708207"/>
              </a:xfrm>
              <a:prstGeom prst="rect">
                <a:avLst/>
              </a:prstGeom>
              <a:blipFill>
                <a:blip r:embed="rId23"/>
                <a:stretch>
                  <a:fillRect l="-237" b="-105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DA45CEB-9194-4D49-8CDF-7F5DA2800BED}"/>
                  </a:ext>
                </a:extLst>
              </p:cNvPr>
              <p:cNvSpPr txBox="1"/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𝑏𝑟𝑜𝑤𝑛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0.918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DA45CEB-9194-4D49-8CDF-7F5DA2800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6" y="4160073"/>
                <a:ext cx="6879167" cy="709361"/>
              </a:xfrm>
              <a:prstGeom prst="rect">
                <a:avLst/>
              </a:prstGeom>
              <a:blipFill>
                <a:blip r:embed="rId24"/>
                <a:stretch>
                  <a:fillRect l="-368" b="-70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063AC5E-7186-0E42-94F4-8882BC75799F}"/>
                  </a:ext>
                </a:extLst>
              </p:cNvPr>
              <p:cNvSpPr txBox="1"/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𝑐𝑜𝑙𝑜𝑟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063AC5E-7186-0E42-94F4-8882BC757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95" y="4320374"/>
                <a:ext cx="3529245" cy="420564"/>
              </a:xfrm>
              <a:prstGeom prst="rect">
                <a:avLst/>
              </a:prstGeom>
              <a:blipFill>
                <a:blip r:embed="rId25"/>
                <a:stretch>
                  <a:fillRect l="-717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7EEFF5D-E6FC-714C-A511-92E602178966}"/>
                  </a:ext>
                </a:extLst>
              </p:cNvPr>
              <p:cNvSpPr txBox="1"/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𝑓𝑙𝑦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=0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7EEFF5D-E6FC-714C-A511-92E602178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5608104"/>
                <a:ext cx="3529245" cy="447174"/>
              </a:xfrm>
              <a:prstGeom prst="rect">
                <a:avLst/>
              </a:prstGeom>
              <a:blipFill>
                <a:blip r:embed="rId26"/>
                <a:stretch>
                  <a:fillRect l="-717" b="-111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D24885-42AB-0548-B3AD-92480B194B35}"/>
                  </a:ext>
                </a:extLst>
              </p:cNvPr>
              <p:cNvSpPr txBox="1"/>
              <p:nvPr/>
            </p:nvSpPr>
            <p:spPr>
              <a:xfrm>
                <a:off x="4368343" y="5440497"/>
                <a:ext cx="6879167" cy="707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133" i="1" spc="-7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𝑓𝑙𝑦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33" i="1" spc="-7" dirty="0">
                              <a:latin typeface="Cambria Math" panose="02040503050406030204" pitchFamily="18" charset="0"/>
                            </a:rPr>
                            <m:t>𝑛𝑜</m:t>
                          </m:r>
                        </m:sub>
                      </m:sSub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) = 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spc="109" baseline="-16339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33" i="1" spc="20" dirty="0">
                          <a:latin typeface="Cambria Math" panose="02040503050406030204" pitchFamily="18" charset="0"/>
                          <a:cs typeface="Cambria Math"/>
                        </a:rPr>
                        <m:t>log</m:t>
                      </m:r>
                      <m:r>
                        <a:rPr lang="en-US" sz="2133" i="1" spc="29" baseline="-16339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f>
                        <m:fPr>
                          <m:ctrlPr>
                            <a:rPr lang="en-US" sz="2133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133" i="1" dirty="0">
                          <a:latin typeface="Cambria Math" panose="02040503050406030204" pitchFamily="18" charset="0"/>
                          <a:cs typeface="Cambria Math"/>
                        </a:rPr>
                        <m:t>≈</m:t>
                      </m:r>
                      <m:r>
                        <a:rPr lang="en-US" sz="2133" i="1" spc="-6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en-US" sz="2133" i="1" spc="-7" dirty="0">
                          <a:latin typeface="Cambria Math" panose="02040503050406030204" pitchFamily="18" charset="0"/>
                          <a:cs typeface="Cambria Math"/>
                        </a:rPr>
                        <m:t>0. 811</m:t>
                      </m:r>
                    </m:oMath>
                  </m:oMathPara>
                </a14:m>
                <a:endParaRPr lang="en-US" sz="21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D24885-42AB-0548-B3AD-92480B194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343" y="5440497"/>
                <a:ext cx="6879167" cy="707245"/>
              </a:xfrm>
              <a:prstGeom prst="rect">
                <a:avLst/>
              </a:prstGeom>
              <a:blipFill>
                <a:blip r:embed="rId27"/>
                <a:stretch>
                  <a:fillRect l="-554" b="-89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DF4A4A0-DF62-ED43-8534-6383F49DA33E}"/>
                  </a:ext>
                </a:extLst>
              </p:cNvPr>
              <p:cNvSpPr txBox="1"/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𝒈𝒂𝒊𝒏</m:t>
                      </m:r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𝑿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𝒄𝒐𝒍𝒐𝒓</m:t>
                          </m:r>
                        </m:e>
                      </m:d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𝟗𝟖𝟓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𝟗𝟏𝟖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𝟎𝟐𝟎</m:t>
                      </m:r>
                    </m:oMath>
                  </m:oMathPara>
                </a14:m>
                <a:endParaRPr lang="en-US" sz="2133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DF4A4A0-DF62-ED43-8534-6383F49DA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4841996"/>
                <a:ext cx="7531947" cy="707694"/>
              </a:xfrm>
              <a:prstGeom prst="rect">
                <a:avLst/>
              </a:prstGeom>
              <a:blipFill>
                <a:blip r:embed="rId28"/>
                <a:stretch>
                  <a:fillRect l="-505" b="-71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746ABD7-F095-7F4C-A171-A41B595455C6}"/>
                  </a:ext>
                </a:extLst>
              </p:cNvPr>
              <p:cNvSpPr txBox="1"/>
              <p:nvPr/>
            </p:nvSpPr>
            <p:spPr>
              <a:xfrm>
                <a:off x="94827" y="6038400"/>
                <a:ext cx="6674780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𝒈𝒂𝒊𝒏</m:t>
                      </m:r>
                      <m:r>
                        <a:rPr lang="en-US" sz="2133" b="1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𝑿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2133" b="1" i="1" spc="-7" dirty="0">
                              <a:latin typeface="Cambria Math" panose="02040503050406030204" pitchFamily="18" charset="0"/>
                              <a:cs typeface="Cambria Math"/>
                            </a:rPr>
                            <m:t>𝒇𝒍𝒚</m:t>
                          </m:r>
                        </m:e>
                      </m:d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𝟗𝟖𝟓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133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𝟖𝟏𝟏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33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𝟓𝟐𝟏</m:t>
                      </m:r>
                    </m:oMath>
                  </m:oMathPara>
                </a14:m>
                <a:endParaRPr lang="en-US" sz="2133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746ABD7-F095-7F4C-A171-A41B5954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" y="6038400"/>
                <a:ext cx="6674780" cy="707694"/>
              </a:xfrm>
              <a:prstGeom prst="rect">
                <a:avLst/>
              </a:prstGeom>
              <a:blipFill>
                <a:blip r:embed="rId29"/>
                <a:stretch>
                  <a:fillRect l="-570" b="-52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object 122">
            <a:extLst>
              <a:ext uri="{FF2B5EF4-FFF2-40B4-BE49-F238E27FC236}">
                <a16:creationId xmlns:a16="http://schemas.microsoft.com/office/drawing/2014/main" id="{D38B9703-9B76-1A41-B19B-133FA6BC7ACF}"/>
              </a:ext>
            </a:extLst>
          </p:cNvPr>
          <p:cNvSpPr/>
          <p:nvPr/>
        </p:nvSpPr>
        <p:spPr>
          <a:xfrm>
            <a:off x="5454228" y="6168005"/>
            <a:ext cx="960897" cy="555595"/>
          </a:xfrm>
          <a:custGeom>
            <a:avLst/>
            <a:gdLst/>
            <a:ahLst/>
            <a:cxnLst/>
            <a:rect l="l" t="t" r="r" b="b"/>
            <a:pathLst>
              <a:path w="2138679" h="1600200">
                <a:moveTo>
                  <a:pt x="0" y="139573"/>
                </a:moveTo>
                <a:lnTo>
                  <a:pt x="7115" y="95455"/>
                </a:lnTo>
                <a:lnTo>
                  <a:pt x="26928" y="57140"/>
                </a:lnTo>
                <a:lnTo>
                  <a:pt x="57140" y="26928"/>
                </a:lnTo>
                <a:lnTo>
                  <a:pt x="95455" y="7115"/>
                </a:lnTo>
                <a:lnTo>
                  <a:pt x="139573" y="0"/>
                </a:lnTo>
                <a:lnTo>
                  <a:pt x="1998599" y="0"/>
                </a:lnTo>
                <a:lnTo>
                  <a:pt x="2042716" y="7115"/>
                </a:lnTo>
                <a:lnTo>
                  <a:pt x="2081031" y="26928"/>
                </a:lnTo>
                <a:lnTo>
                  <a:pt x="2111243" y="57140"/>
                </a:lnTo>
                <a:lnTo>
                  <a:pt x="2131056" y="95455"/>
                </a:lnTo>
                <a:lnTo>
                  <a:pt x="2138172" y="139573"/>
                </a:lnTo>
                <a:lnTo>
                  <a:pt x="2138172" y="1460627"/>
                </a:lnTo>
                <a:lnTo>
                  <a:pt x="2131056" y="1504744"/>
                </a:lnTo>
                <a:lnTo>
                  <a:pt x="2111243" y="1543059"/>
                </a:lnTo>
                <a:lnTo>
                  <a:pt x="2081031" y="1573271"/>
                </a:lnTo>
                <a:lnTo>
                  <a:pt x="2042716" y="1593084"/>
                </a:lnTo>
                <a:lnTo>
                  <a:pt x="1998599" y="1600200"/>
                </a:lnTo>
                <a:lnTo>
                  <a:pt x="139573" y="1600200"/>
                </a:lnTo>
                <a:lnTo>
                  <a:pt x="95455" y="1593084"/>
                </a:lnTo>
                <a:lnTo>
                  <a:pt x="57140" y="1573271"/>
                </a:lnTo>
                <a:lnTo>
                  <a:pt x="26928" y="1543059"/>
                </a:lnTo>
                <a:lnTo>
                  <a:pt x="7115" y="1504744"/>
                </a:lnTo>
                <a:lnTo>
                  <a:pt x="0" y="1460627"/>
                </a:lnTo>
                <a:lnTo>
                  <a:pt x="0" y="139573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C37D02-9CDC-EB4D-8398-33678242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668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2">
            <a:extLst>
              <a:ext uri="{FF2B5EF4-FFF2-40B4-BE49-F238E27FC236}">
                <a16:creationId xmlns:a16="http://schemas.microsoft.com/office/drawing/2014/main" id="{889B8C43-C431-0F4B-B250-8242FB381FB4}"/>
              </a:ext>
            </a:extLst>
          </p:cNvPr>
          <p:cNvSpPr txBox="1"/>
          <p:nvPr/>
        </p:nvSpPr>
        <p:spPr>
          <a:xfrm>
            <a:off x="235713" y="29582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4800" dirty="0"/>
              <a:t>Handling Numerical Attributes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3842D6-CA71-3543-96FD-5A2FFF1E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4967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596901" y="319245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470676" y="319245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568956" y="319245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407157" y="319245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091939" y="319245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596901" y="3410389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470676" y="3410389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568956" y="3410389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407157" y="3410389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4091939" y="3410389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596901" y="3846253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470676" y="3846253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2568956" y="3846253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407157" y="3846253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091939" y="3846253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96901" y="428211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470676" y="428211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568956" y="428211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3407157" y="428211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4091939" y="428211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596901" y="4717812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470676" y="4717812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568956" y="4717812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407157" y="4717812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4091939" y="4717812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96901" y="5153693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470676" y="5153693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568956" y="5153693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407157" y="5153693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4091939" y="5153693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596901" y="558950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470676" y="558950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2568956" y="558950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3407157" y="558950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4091939" y="558950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596901" y="602533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1470676" y="602533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2568956" y="602533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407157" y="602533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4091939" y="602533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7" name="objec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17963"/>
              </p:ext>
            </p:extLst>
          </p:nvPr>
        </p:nvGraphicFramePr>
        <p:xfrm>
          <a:off x="596901" y="3175509"/>
          <a:ext cx="4634652" cy="32682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6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8" name="object 48"/>
          <p:cNvSpPr/>
          <p:nvPr/>
        </p:nvSpPr>
        <p:spPr>
          <a:xfrm>
            <a:off x="596901" y="6461167"/>
            <a:ext cx="4630420" cy="0"/>
          </a:xfrm>
          <a:custGeom>
            <a:avLst/>
            <a:gdLst/>
            <a:ahLst/>
            <a:cxnLst/>
            <a:rect l="l" t="t" r="r" b="b"/>
            <a:pathLst>
              <a:path w="3472815">
                <a:moveTo>
                  <a:pt x="0" y="0"/>
                </a:moveTo>
                <a:lnTo>
                  <a:pt x="347268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784757" y="3196268"/>
            <a:ext cx="568960" cy="1954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1599590" y="3196268"/>
            <a:ext cx="915957" cy="195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2700189" y="3196268"/>
            <a:ext cx="649680" cy="195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3582755" y="3196268"/>
            <a:ext cx="416559" cy="195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4249251" y="3196268"/>
            <a:ext cx="891539" cy="195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718922" y="3412743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592682" y="3412743"/>
            <a:ext cx="308863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691213" y="3412743"/>
            <a:ext cx="243840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529585" y="3412743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4572337" y="3414776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718922" y="3630676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1592682" y="3630676"/>
            <a:ext cx="308863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2691213" y="3630676"/>
            <a:ext cx="234696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3529585" y="3630676"/>
            <a:ext cx="50495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572337" y="3632708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718922" y="3848947"/>
            <a:ext cx="656081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592682" y="3848947"/>
            <a:ext cx="308863" cy="197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691213" y="3848947"/>
            <a:ext cx="243840" cy="197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3529585" y="3848947"/>
            <a:ext cx="449580" cy="197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4533730" y="3850979"/>
            <a:ext cx="335956" cy="1950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718922" y="4066709"/>
            <a:ext cx="419404" cy="197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1592681" y="4066709"/>
            <a:ext cx="335787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2691213" y="4066709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3529585" y="4066709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4533730" y="4068741"/>
            <a:ext cx="335956" cy="1950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718922" y="4284472"/>
            <a:ext cx="419404" cy="197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1592681" y="4284472"/>
            <a:ext cx="368808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2691213" y="4284472"/>
            <a:ext cx="234696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3529585" y="4284472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4533730" y="4286504"/>
            <a:ext cx="335956" cy="1950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718922" y="4502743"/>
            <a:ext cx="419404" cy="197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1592681" y="4502743"/>
            <a:ext cx="368808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2691213" y="4502743"/>
            <a:ext cx="243840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3529585" y="4502743"/>
            <a:ext cx="50495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4572337" y="4504775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718922" y="4720673"/>
            <a:ext cx="656081" cy="1971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1592681" y="4720673"/>
            <a:ext cx="368808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2691214" y="4720673"/>
            <a:ext cx="225551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3529585" y="4720673"/>
            <a:ext cx="50495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4533730" y="4722707"/>
            <a:ext cx="335956" cy="1950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718922" y="4938031"/>
            <a:ext cx="480364" cy="1975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1592681" y="4938031"/>
            <a:ext cx="335787" cy="19750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2691214" y="4938031"/>
            <a:ext cx="213359" cy="19750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3529585" y="4938031"/>
            <a:ext cx="449580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4572337" y="4940063"/>
            <a:ext cx="262128" cy="19547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718922" y="5156707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1592681" y="5156707"/>
            <a:ext cx="368808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2691213" y="5156707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3529585" y="5156707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4533730" y="5158741"/>
            <a:ext cx="335956" cy="19507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718922" y="5374504"/>
            <a:ext cx="419404" cy="197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1592681" y="5374504"/>
            <a:ext cx="335787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2691213" y="5374504"/>
            <a:ext cx="243840" cy="19710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3529585" y="5374504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4533730" y="5376537"/>
            <a:ext cx="335956" cy="19507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718922" y="5591928"/>
            <a:ext cx="480364" cy="1975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5" name="object 105"/>
          <p:cNvSpPr/>
          <p:nvPr/>
        </p:nvSpPr>
        <p:spPr>
          <a:xfrm>
            <a:off x="1592681" y="5591928"/>
            <a:ext cx="335787" cy="19750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object 106"/>
          <p:cNvSpPr/>
          <p:nvPr/>
        </p:nvSpPr>
        <p:spPr>
          <a:xfrm>
            <a:off x="2691213" y="5591928"/>
            <a:ext cx="234696" cy="19750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7" name="object 107"/>
          <p:cNvSpPr/>
          <p:nvPr/>
        </p:nvSpPr>
        <p:spPr>
          <a:xfrm>
            <a:off x="3529585" y="5591928"/>
            <a:ext cx="504951" cy="19750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8" name="object 108"/>
          <p:cNvSpPr/>
          <p:nvPr/>
        </p:nvSpPr>
        <p:spPr>
          <a:xfrm>
            <a:off x="4533730" y="5593960"/>
            <a:ext cx="335956" cy="19547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9" name="object 109"/>
          <p:cNvSpPr/>
          <p:nvPr/>
        </p:nvSpPr>
        <p:spPr>
          <a:xfrm>
            <a:off x="718922" y="5810571"/>
            <a:ext cx="656081" cy="1971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0" name="object 110"/>
          <p:cNvSpPr/>
          <p:nvPr/>
        </p:nvSpPr>
        <p:spPr>
          <a:xfrm>
            <a:off x="1592681" y="5810571"/>
            <a:ext cx="335787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1" name="object 111"/>
          <p:cNvSpPr/>
          <p:nvPr/>
        </p:nvSpPr>
        <p:spPr>
          <a:xfrm>
            <a:off x="2691213" y="5810571"/>
            <a:ext cx="243840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2" name="object 112"/>
          <p:cNvSpPr/>
          <p:nvPr/>
        </p:nvSpPr>
        <p:spPr>
          <a:xfrm>
            <a:off x="3529585" y="5810571"/>
            <a:ext cx="50495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3" name="object 113"/>
          <p:cNvSpPr/>
          <p:nvPr/>
        </p:nvSpPr>
        <p:spPr>
          <a:xfrm>
            <a:off x="4533730" y="5812603"/>
            <a:ext cx="335956" cy="19507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4" name="object 114"/>
          <p:cNvSpPr/>
          <p:nvPr/>
        </p:nvSpPr>
        <p:spPr>
          <a:xfrm>
            <a:off x="718922" y="6028401"/>
            <a:ext cx="656081" cy="1971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5" name="object 115"/>
          <p:cNvSpPr/>
          <p:nvPr/>
        </p:nvSpPr>
        <p:spPr>
          <a:xfrm>
            <a:off x="1592682" y="6028401"/>
            <a:ext cx="308863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6" name="object 116"/>
          <p:cNvSpPr/>
          <p:nvPr/>
        </p:nvSpPr>
        <p:spPr>
          <a:xfrm>
            <a:off x="2691213" y="6028401"/>
            <a:ext cx="234696" cy="1971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7" name="object 117"/>
          <p:cNvSpPr/>
          <p:nvPr/>
        </p:nvSpPr>
        <p:spPr>
          <a:xfrm>
            <a:off x="3529585" y="6028401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8" name="object 118"/>
          <p:cNvSpPr/>
          <p:nvPr/>
        </p:nvSpPr>
        <p:spPr>
          <a:xfrm>
            <a:off x="4533730" y="6030433"/>
            <a:ext cx="335956" cy="1950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9" name="object 119"/>
          <p:cNvSpPr/>
          <p:nvPr/>
        </p:nvSpPr>
        <p:spPr>
          <a:xfrm>
            <a:off x="718922" y="6246639"/>
            <a:ext cx="419404" cy="197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0" name="object 120"/>
          <p:cNvSpPr/>
          <p:nvPr/>
        </p:nvSpPr>
        <p:spPr>
          <a:xfrm>
            <a:off x="1592681" y="6246639"/>
            <a:ext cx="335787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1" name="object 121"/>
          <p:cNvSpPr/>
          <p:nvPr/>
        </p:nvSpPr>
        <p:spPr>
          <a:xfrm>
            <a:off x="2691213" y="6246639"/>
            <a:ext cx="234696" cy="1971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2" name="object 122"/>
          <p:cNvSpPr/>
          <p:nvPr/>
        </p:nvSpPr>
        <p:spPr>
          <a:xfrm>
            <a:off x="3529585" y="6246639"/>
            <a:ext cx="50495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3" name="object 123"/>
          <p:cNvSpPr/>
          <p:nvPr/>
        </p:nvSpPr>
        <p:spPr>
          <a:xfrm>
            <a:off x="4572337" y="6248671"/>
            <a:ext cx="262128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4" name="object 124"/>
          <p:cNvSpPr/>
          <p:nvPr/>
        </p:nvSpPr>
        <p:spPr>
          <a:xfrm>
            <a:off x="8813800" y="3307081"/>
            <a:ext cx="1124373" cy="561340"/>
          </a:xfrm>
          <a:custGeom>
            <a:avLst/>
            <a:gdLst/>
            <a:ahLst/>
            <a:cxnLst/>
            <a:rect l="l" t="t" r="r" b="b"/>
            <a:pathLst>
              <a:path w="843279" h="421005">
                <a:moveTo>
                  <a:pt x="0" y="420624"/>
                </a:moveTo>
                <a:lnTo>
                  <a:pt x="842772" y="420624"/>
                </a:lnTo>
                <a:lnTo>
                  <a:pt x="842772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5" name="object 125"/>
          <p:cNvSpPr/>
          <p:nvPr/>
        </p:nvSpPr>
        <p:spPr>
          <a:xfrm>
            <a:off x="8813800" y="3307081"/>
            <a:ext cx="1124373" cy="561340"/>
          </a:xfrm>
          <a:custGeom>
            <a:avLst/>
            <a:gdLst/>
            <a:ahLst/>
            <a:cxnLst/>
            <a:rect l="l" t="t" r="r" b="b"/>
            <a:pathLst>
              <a:path w="843279" h="421005">
                <a:moveTo>
                  <a:pt x="0" y="420624"/>
                </a:moveTo>
                <a:lnTo>
                  <a:pt x="842772" y="420624"/>
                </a:lnTo>
                <a:lnTo>
                  <a:pt x="842772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6" name="object 126"/>
          <p:cNvSpPr/>
          <p:nvPr/>
        </p:nvSpPr>
        <p:spPr>
          <a:xfrm>
            <a:off x="8948589" y="3415453"/>
            <a:ext cx="960576" cy="31495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7" name="object 127"/>
          <p:cNvSpPr/>
          <p:nvPr/>
        </p:nvSpPr>
        <p:spPr>
          <a:xfrm>
            <a:off x="7449312" y="3859614"/>
            <a:ext cx="1930400" cy="1176020"/>
          </a:xfrm>
          <a:custGeom>
            <a:avLst/>
            <a:gdLst/>
            <a:ahLst/>
            <a:cxnLst/>
            <a:rect l="l" t="t" r="r" b="b"/>
            <a:pathLst>
              <a:path w="1447800" h="882014">
                <a:moveTo>
                  <a:pt x="45338" y="809497"/>
                </a:moveTo>
                <a:lnTo>
                  <a:pt x="0" y="881507"/>
                </a:lnTo>
                <a:lnTo>
                  <a:pt x="84962" y="874648"/>
                </a:lnTo>
                <a:lnTo>
                  <a:pt x="72450" y="854075"/>
                </a:lnTo>
                <a:lnTo>
                  <a:pt x="57530" y="854075"/>
                </a:lnTo>
                <a:lnTo>
                  <a:pt x="51053" y="843152"/>
                </a:lnTo>
                <a:lnTo>
                  <a:pt x="61831" y="836614"/>
                </a:lnTo>
                <a:lnTo>
                  <a:pt x="45338" y="809497"/>
                </a:lnTo>
                <a:close/>
              </a:path>
              <a:path w="1447800" h="882014">
                <a:moveTo>
                  <a:pt x="61831" y="836614"/>
                </a:moveTo>
                <a:lnTo>
                  <a:pt x="51053" y="843152"/>
                </a:lnTo>
                <a:lnTo>
                  <a:pt x="57530" y="854075"/>
                </a:lnTo>
                <a:lnTo>
                  <a:pt x="68429" y="847463"/>
                </a:lnTo>
                <a:lnTo>
                  <a:pt x="61831" y="836614"/>
                </a:lnTo>
                <a:close/>
              </a:path>
              <a:path w="1447800" h="882014">
                <a:moveTo>
                  <a:pt x="68429" y="847463"/>
                </a:moveTo>
                <a:lnTo>
                  <a:pt x="57530" y="854075"/>
                </a:lnTo>
                <a:lnTo>
                  <a:pt x="72450" y="854075"/>
                </a:lnTo>
                <a:lnTo>
                  <a:pt x="68429" y="847463"/>
                </a:lnTo>
                <a:close/>
              </a:path>
              <a:path w="1447800" h="882014">
                <a:moveTo>
                  <a:pt x="1440814" y="0"/>
                </a:moveTo>
                <a:lnTo>
                  <a:pt x="61831" y="836614"/>
                </a:lnTo>
                <a:lnTo>
                  <a:pt x="68429" y="847463"/>
                </a:lnTo>
                <a:lnTo>
                  <a:pt x="1447418" y="10921"/>
                </a:lnTo>
                <a:lnTo>
                  <a:pt x="14408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8" name="object 128"/>
          <p:cNvSpPr/>
          <p:nvPr/>
        </p:nvSpPr>
        <p:spPr>
          <a:xfrm>
            <a:off x="7031737" y="5036312"/>
            <a:ext cx="835660" cy="558800"/>
          </a:xfrm>
          <a:custGeom>
            <a:avLst/>
            <a:gdLst/>
            <a:ahLst/>
            <a:cxnLst/>
            <a:rect l="l" t="t" r="r" b="b"/>
            <a:pathLst>
              <a:path w="626745" h="419100">
                <a:moveTo>
                  <a:pt x="100711" y="0"/>
                </a:moveTo>
                <a:lnTo>
                  <a:pt x="525652" y="0"/>
                </a:lnTo>
                <a:lnTo>
                  <a:pt x="557487" y="10686"/>
                </a:lnTo>
                <a:lnTo>
                  <a:pt x="585133" y="40440"/>
                </a:lnTo>
                <a:lnTo>
                  <a:pt x="606934" y="85807"/>
                </a:lnTo>
                <a:lnTo>
                  <a:pt x="621230" y="143329"/>
                </a:lnTo>
                <a:lnTo>
                  <a:pt x="626363" y="209549"/>
                </a:lnTo>
                <a:lnTo>
                  <a:pt x="621230" y="275785"/>
                </a:lnTo>
                <a:lnTo>
                  <a:pt x="606934" y="333309"/>
                </a:lnTo>
                <a:lnTo>
                  <a:pt x="585133" y="378670"/>
                </a:lnTo>
                <a:lnTo>
                  <a:pt x="557487" y="408417"/>
                </a:lnTo>
                <a:lnTo>
                  <a:pt x="525652" y="419099"/>
                </a:lnTo>
                <a:lnTo>
                  <a:pt x="100711" y="419099"/>
                </a:lnTo>
                <a:lnTo>
                  <a:pt x="41230" y="378670"/>
                </a:lnTo>
                <a:lnTo>
                  <a:pt x="19429" y="333309"/>
                </a:lnTo>
                <a:lnTo>
                  <a:pt x="5133" y="275785"/>
                </a:lnTo>
                <a:lnTo>
                  <a:pt x="0" y="209549"/>
                </a:lnTo>
                <a:lnTo>
                  <a:pt x="5133" y="143329"/>
                </a:lnTo>
                <a:lnTo>
                  <a:pt x="19429" y="85807"/>
                </a:lnTo>
                <a:lnTo>
                  <a:pt x="41230" y="40440"/>
                </a:lnTo>
                <a:lnTo>
                  <a:pt x="68876" y="10686"/>
                </a:lnTo>
                <a:lnTo>
                  <a:pt x="100711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9" name="object 129"/>
          <p:cNvSpPr/>
          <p:nvPr/>
        </p:nvSpPr>
        <p:spPr>
          <a:xfrm>
            <a:off x="7337212" y="5153965"/>
            <a:ext cx="338328" cy="29667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0" name="object 130"/>
          <p:cNvSpPr/>
          <p:nvPr/>
        </p:nvSpPr>
        <p:spPr>
          <a:xfrm>
            <a:off x="8090407" y="5036312"/>
            <a:ext cx="833120" cy="558800"/>
          </a:xfrm>
          <a:custGeom>
            <a:avLst/>
            <a:gdLst/>
            <a:ahLst/>
            <a:cxnLst/>
            <a:rect l="l" t="t" r="r" b="b"/>
            <a:pathLst>
              <a:path w="624840" h="419100">
                <a:moveTo>
                  <a:pt x="100584" y="0"/>
                </a:moveTo>
                <a:lnTo>
                  <a:pt x="524255" y="0"/>
                </a:lnTo>
                <a:lnTo>
                  <a:pt x="556077" y="10686"/>
                </a:lnTo>
                <a:lnTo>
                  <a:pt x="583692" y="40440"/>
                </a:lnTo>
                <a:lnTo>
                  <a:pt x="605454" y="85807"/>
                </a:lnTo>
                <a:lnTo>
                  <a:pt x="619719" y="143329"/>
                </a:lnTo>
                <a:lnTo>
                  <a:pt x="624840" y="209549"/>
                </a:lnTo>
                <a:lnTo>
                  <a:pt x="619719" y="275785"/>
                </a:lnTo>
                <a:lnTo>
                  <a:pt x="605454" y="333309"/>
                </a:lnTo>
                <a:lnTo>
                  <a:pt x="583692" y="378670"/>
                </a:lnTo>
                <a:lnTo>
                  <a:pt x="556077" y="408417"/>
                </a:lnTo>
                <a:lnTo>
                  <a:pt x="524255" y="419099"/>
                </a:lnTo>
                <a:lnTo>
                  <a:pt x="100584" y="419099"/>
                </a:lnTo>
                <a:lnTo>
                  <a:pt x="41148" y="378670"/>
                </a:lnTo>
                <a:lnTo>
                  <a:pt x="19385" y="333309"/>
                </a:lnTo>
                <a:lnTo>
                  <a:pt x="5120" y="275785"/>
                </a:lnTo>
                <a:lnTo>
                  <a:pt x="0" y="209549"/>
                </a:lnTo>
                <a:lnTo>
                  <a:pt x="5120" y="143329"/>
                </a:lnTo>
                <a:lnTo>
                  <a:pt x="19385" y="85807"/>
                </a:lnTo>
                <a:lnTo>
                  <a:pt x="41148" y="40440"/>
                </a:lnTo>
                <a:lnTo>
                  <a:pt x="68762" y="10686"/>
                </a:lnTo>
                <a:lnTo>
                  <a:pt x="100584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1" name="object 131"/>
          <p:cNvSpPr/>
          <p:nvPr/>
        </p:nvSpPr>
        <p:spPr>
          <a:xfrm>
            <a:off x="8394529" y="5153965"/>
            <a:ext cx="338328" cy="29667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2" name="object 132"/>
          <p:cNvSpPr/>
          <p:nvPr/>
        </p:nvSpPr>
        <p:spPr>
          <a:xfrm>
            <a:off x="8505952" y="3861815"/>
            <a:ext cx="875453" cy="1173480"/>
          </a:xfrm>
          <a:custGeom>
            <a:avLst/>
            <a:gdLst/>
            <a:ahLst/>
            <a:cxnLst/>
            <a:rect l="l" t="t" r="r" b="b"/>
            <a:pathLst>
              <a:path w="656590" h="880110">
                <a:moveTo>
                  <a:pt x="14859" y="796035"/>
                </a:moveTo>
                <a:lnTo>
                  <a:pt x="0" y="879856"/>
                </a:lnTo>
                <a:lnTo>
                  <a:pt x="76073" y="841501"/>
                </a:lnTo>
                <a:lnTo>
                  <a:pt x="64274" y="832738"/>
                </a:lnTo>
                <a:lnTo>
                  <a:pt x="42925" y="832738"/>
                </a:lnTo>
                <a:lnTo>
                  <a:pt x="32765" y="825119"/>
                </a:lnTo>
                <a:lnTo>
                  <a:pt x="40323" y="814949"/>
                </a:lnTo>
                <a:lnTo>
                  <a:pt x="14859" y="796035"/>
                </a:lnTo>
                <a:close/>
              </a:path>
              <a:path w="656590" h="880110">
                <a:moveTo>
                  <a:pt x="40323" y="814949"/>
                </a:moveTo>
                <a:lnTo>
                  <a:pt x="32765" y="825119"/>
                </a:lnTo>
                <a:lnTo>
                  <a:pt x="42925" y="832738"/>
                </a:lnTo>
                <a:lnTo>
                  <a:pt x="50519" y="822522"/>
                </a:lnTo>
                <a:lnTo>
                  <a:pt x="40323" y="814949"/>
                </a:lnTo>
                <a:close/>
              </a:path>
              <a:path w="656590" h="880110">
                <a:moveTo>
                  <a:pt x="50519" y="822522"/>
                </a:moveTo>
                <a:lnTo>
                  <a:pt x="42925" y="832738"/>
                </a:lnTo>
                <a:lnTo>
                  <a:pt x="64274" y="832738"/>
                </a:lnTo>
                <a:lnTo>
                  <a:pt x="50519" y="822522"/>
                </a:lnTo>
                <a:close/>
              </a:path>
              <a:path w="656590" h="880110">
                <a:moveTo>
                  <a:pt x="645921" y="0"/>
                </a:moveTo>
                <a:lnTo>
                  <a:pt x="40323" y="814949"/>
                </a:lnTo>
                <a:lnTo>
                  <a:pt x="50519" y="822522"/>
                </a:lnTo>
                <a:lnTo>
                  <a:pt x="656209" y="7619"/>
                </a:lnTo>
                <a:lnTo>
                  <a:pt x="6459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33"/>
          <p:cNvSpPr/>
          <p:nvPr/>
        </p:nvSpPr>
        <p:spPr>
          <a:xfrm>
            <a:off x="9815575" y="5036312"/>
            <a:ext cx="833120" cy="558800"/>
          </a:xfrm>
          <a:custGeom>
            <a:avLst/>
            <a:gdLst/>
            <a:ahLst/>
            <a:cxnLst/>
            <a:rect l="l" t="t" r="r" b="b"/>
            <a:pathLst>
              <a:path w="624840" h="419100">
                <a:moveTo>
                  <a:pt x="100584" y="0"/>
                </a:moveTo>
                <a:lnTo>
                  <a:pt x="524256" y="0"/>
                </a:lnTo>
                <a:lnTo>
                  <a:pt x="556077" y="10686"/>
                </a:lnTo>
                <a:lnTo>
                  <a:pt x="583692" y="40440"/>
                </a:lnTo>
                <a:lnTo>
                  <a:pt x="605454" y="85807"/>
                </a:lnTo>
                <a:lnTo>
                  <a:pt x="619719" y="143329"/>
                </a:lnTo>
                <a:lnTo>
                  <a:pt x="624840" y="209549"/>
                </a:lnTo>
                <a:lnTo>
                  <a:pt x="619719" y="275785"/>
                </a:lnTo>
                <a:lnTo>
                  <a:pt x="605454" y="333309"/>
                </a:lnTo>
                <a:lnTo>
                  <a:pt x="583692" y="378670"/>
                </a:lnTo>
                <a:lnTo>
                  <a:pt x="556077" y="408417"/>
                </a:lnTo>
                <a:lnTo>
                  <a:pt x="524256" y="419099"/>
                </a:lnTo>
                <a:lnTo>
                  <a:pt x="100584" y="419099"/>
                </a:lnTo>
                <a:lnTo>
                  <a:pt x="41148" y="378670"/>
                </a:lnTo>
                <a:lnTo>
                  <a:pt x="19385" y="333309"/>
                </a:lnTo>
                <a:lnTo>
                  <a:pt x="5120" y="275785"/>
                </a:lnTo>
                <a:lnTo>
                  <a:pt x="0" y="209549"/>
                </a:lnTo>
                <a:lnTo>
                  <a:pt x="5120" y="143329"/>
                </a:lnTo>
                <a:lnTo>
                  <a:pt x="19385" y="85807"/>
                </a:lnTo>
                <a:lnTo>
                  <a:pt x="41148" y="40440"/>
                </a:lnTo>
                <a:lnTo>
                  <a:pt x="68762" y="10686"/>
                </a:lnTo>
                <a:lnTo>
                  <a:pt x="100584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4" name="object 134"/>
          <p:cNvSpPr/>
          <p:nvPr/>
        </p:nvSpPr>
        <p:spPr>
          <a:xfrm>
            <a:off x="10087694" y="5153965"/>
            <a:ext cx="384725" cy="29667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object 135"/>
          <p:cNvSpPr/>
          <p:nvPr/>
        </p:nvSpPr>
        <p:spPr>
          <a:xfrm>
            <a:off x="10872215" y="5036312"/>
            <a:ext cx="835660" cy="558800"/>
          </a:xfrm>
          <a:custGeom>
            <a:avLst/>
            <a:gdLst/>
            <a:ahLst/>
            <a:cxnLst/>
            <a:rect l="l" t="t" r="r" b="b"/>
            <a:pathLst>
              <a:path w="626745" h="419100">
                <a:moveTo>
                  <a:pt x="100711" y="0"/>
                </a:moveTo>
                <a:lnTo>
                  <a:pt x="525653" y="0"/>
                </a:lnTo>
                <a:lnTo>
                  <a:pt x="557487" y="10686"/>
                </a:lnTo>
                <a:lnTo>
                  <a:pt x="585133" y="40440"/>
                </a:lnTo>
                <a:lnTo>
                  <a:pt x="606934" y="85807"/>
                </a:lnTo>
                <a:lnTo>
                  <a:pt x="621230" y="143329"/>
                </a:lnTo>
                <a:lnTo>
                  <a:pt x="626364" y="209549"/>
                </a:lnTo>
                <a:lnTo>
                  <a:pt x="621230" y="275785"/>
                </a:lnTo>
                <a:lnTo>
                  <a:pt x="606934" y="333309"/>
                </a:lnTo>
                <a:lnTo>
                  <a:pt x="585133" y="378670"/>
                </a:lnTo>
                <a:lnTo>
                  <a:pt x="557487" y="408417"/>
                </a:lnTo>
                <a:lnTo>
                  <a:pt x="525653" y="419099"/>
                </a:lnTo>
                <a:lnTo>
                  <a:pt x="100711" y="419099"/>
                </a:lnTo>
                <a:lnTo>
                  <a:pt x="41230" y="378670"/>
                </a:lnTo>
                <a:lnTo>
                  <a:pt x="19429" y="333309"/>
                </a:lnTo>
                <a:lnTo>
                  <a:pt x="5133" y="275785"/>
                </a:lnTo>
                <a:lnTo>
                  <a:pt x="0" y="209549"/>
                </a:lnTo>
                <a:lnTo>
                  <a:pt x="5133" y="143329"/>
                </a:lnTo>
                <a:lnTo>
                  <a:pt x="19429" y="85807"/>
                </a:lnTo>
                <a:lnTo>
                  <a:pt x="41230" y="40440"/>
                </a:lnTo>
                <a:lnTo>
                  <a:pt x="68876" y="10686"/>
                </a:lnTo>
                <a:lnTo>
                  <a:pt x="100711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6" name="object 136"/>
          <p:cNvSpPr/>
          <p:nvPr/>
        </p:nvSpPr>
        <p:spPr>
          <a:xfrm>
            <a:off x="11177692" y="5153965"/>
            <a:ext cx="338328" cy="29667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7" name="object 137"/>
          <p:cNvSpPr/>
          <p:nvPr/>
        </p:nvSpPr>
        <p:spPr>
          <a:xfrm>
            <a:off x="9322815" y="3866896"/>
            <a:ext cx="101600" cy="1174325"/>
          </a:xfrm>
          <a:custGeom>
            <a:avLst/>
            <a:gdLst/>
            <a:ahLst/>
            <a:cxnLst/>
            <a:rect l="l" t="t" r="r" b="b"/>
            <a:pathLst>
              <a:path w="76200" h="880745">
                <a:moveTo>
                  <a:pt x="31750" y="804290"/>
                </a:moveTo>
                <a:lnTo>
                  <a:pt x="0" y="804290"/>
                </a:lnTo>
                <a:lnTo>
                  <a:pt x="38100" y="880490"/>
                </a:lnTo>
                <a:lnTo>
                  <a:pt x="69850" y="816990"/>
                </a:lnTo>
                <a:lnTo>
                  <a:pt x="31750" y="816990"/>
                </a:lnTo>
                <a:lnTo>
                  <a:pt x="31750" y="804290"/>
                </a:lnTo>
                <a:close/>
              </a:path>
              <a:path w="76200" h="880745">
                <a:moveTo>
                  <a:pt x="44450" y="0"/>
                </a:moveTo>
                <a:lnTo>
                  <a:pt x="31750" y="0"/>
                </a:lnTo>
                <a:lnTo>
                  <a:pt x="31750" y="816990"/>
                </a:lnTo>
                <a:lnTo>
                  <a:pt x="44450" y="816990"/>
                </a:lnTo>
                <a:lnTo>
                  <a:pt x="44450" y="0"/>
                </a:lnTo>
                <a:close/>
              </a:path>
              <a:path w="76200" h="880745">
                <a:moveTo>
                  <a:pt x="76200" y="804290"/>
                </a:moveTo>
                <a:lnTo>
                  <a:pt x="44450" y="804290"/>
                </a:lnTo>
                <a:lnTo>
                  <a:pt x="44450" y="816990"/>
                </a:lnTo>
                <a:lnTo>
                  <a:pt x="69850" y="816990"/>
                </a:lnTo>
                <a:lnTo>
                  <a:pt x="76200" y="804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8" name="object 138"/>
          <p:cNvSpPr/>
          <p:nvPr/>
        </p:nvSpPr>
        <p:spPr>
          <a:xfrm>
            <a:off x="9366842" y="3861815"/>
            <a:ext cx="864447" cy="1173480"/>
          </a:xfrm>
          <a:custGeom>
            <a:avLst/>
            <a:gdLst/>
            <a:ahLst/>
            <a:cxnLst/>
            <a:rect l="l" t="t" r="r" b="b"/>
            <a:pathLst>
              <a:path w="648334" h="880110">
                <a:moveTo>
                  <a:pt x="597769" y="822246"/>
                </a:moveTo>
                <a:lnTo>
                  <a:pt x="572262" y="840994"/>
                </a:lnTo>
                <a:lnTo>
                  <a:pt x="647953" y="879856"/>
                </a:lnTo>
                <a:lnTo>
                  <a:pt x="639855" y="832485"/>
                </a:lnTo>
                <a:lnTo>
                  <a:pt x="605282" y="832485"/>
                </a:lnTo>
                <a:lnTo>
                  <a:pt x="597769" y="822246"/>
                </a:lnTo>
                <a:close/>
              </a:path>
              <a:path w="648334" h="880110">
                <a:moveTo>
                  <a:pt x="608023" y="814709"/>
                </a:moveTo>
                <a:lnTo>
                  <a:pt x="597769" y="822246"/>
                </a:lnTo>
                <a:lnTo>
                  <a:pt x="605282" y="832485"/>
                </a:lnTo>
                <a:lnTo>
                  <a:pt x="615569" y="824991"/>
                </a:lnTo>
                <a:lnTo>
                  <a:pt x="608023" y="814709"/>
                </a:lnTo>
                <a:close/>
              </a:path>
              <a:path w="648334" h="880110">
                <a:moveTo>
                  <a:pt x="633602" y="795909"/>
                </a:moveTo>
                <a:lnTo>
                  <a:pt x="608023" y="814709"/>
                </a:lnTo>
                <a:lnTo>
                  <a:pt x="615569" y="824991"/>
                </a:lnTo>
                <a:lnTo>
                  <a:pt x="605282" y="832485"/>
                </a:lnTo>
                <a:lnTo>
                  <a:pt x="639855" y="832485"/>
                </a:lnTo>
                <a:lnTo>
                  <a:pt x="633602" y="795909"/>
                </a:lnTo>
                <a:close/>
              </a:path>
              <a:path w="648334" h="880110">
                <a:moveTo>
                  <a:pt x="10160" y="0"/>
                </a:moveTo>
                <a:lnTo>
                  <a:pt x="0" y="7619"/>
                </a:lnTo>
                <a:lnTo>
                  <a:pt x="597769" y="822246"/>
                </a:lnTo>
                <a:lnTo>
                  <a:pt x="608023" y="814709"/>
                </a:lnTo>
                <a:lnTo>
                  <a:pt x="10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9" name="object 139"/>
          <p:cNvSpPr/>
          <p:nvPr/>
        </p:nvSpPr>
        <p:spPr>
          <a:xfrm>
            <a:off x="9369213" y="3859614"/>
            <a:ext cx="1919393" cy="1176020"/>
          </a:xfrm>
          <a:custGeom>
            <a:avLst/>
            <a:gdLst/>
            <a:ahLst/>
            <a:cxnLst/>
            <a:rect l="l" t="t" r="r" b="b"/>
            <a:pathLst>
              <a:path w="1439545" h="882014">
                <a:moveTo>
                  <a:pt x="1370811" y="847345"/>
                </a:moveTo>
                <a:lnTo>
                  <a:pt x="1354328" y="874394"/>
                </a:lnTo>
                <a:lnTo>
                  <a:pt x="1439164" y="881507"/>
                </a:lnTo>
                <a:lnTo>
                  <a:pt x="1421891" y="853947"/>
                </a:lnTo>
                <a:lnTo>
                  <a:pt x="1381633" y="853947"/>
                </a:lnTo>
                <a:lnTo>
                  <a:pt x="1370811" y="847345"/>
                </a:lnTo>
                <a:close/>
              </a:path>
              <a:path w="1439545" h="882014">
                <a:moveTo>
                  <a:pt x="1377487" y="836390"/>
                </a:moveTo>
                <a:lnTo>
                  <a:pt x="1370811" y="847345"/>
                </a:lnTo>
                <a:lnTo>
                  <a:pt x="1381633" y="853947"/>
                </a:lnTo>
                <a:lnTo>
                  <a:pt x="1388364" y="843026"/>
                </a:lnTo>
                <a:lnTo>
                  <a:pt x="1377487" y="836390"/>
                </a:lnTo>
                <a:close/>
              </a:path>
              <a:path w="1439545" h="882014">
                <a:moveTo>
                  <a:pt x="1393952" y="809370"/>
                </a:moveTo>
                <a:lnTo>
                  <a:pt x="1377487" y="836390"/>
                </a:lnTo>
                <a:lnTo>
                  <a:pt x="1388364" y="843026"/>
                </a:lnTo>
                <a:lnTo>
                  <a:pt x="1381633" y="853947"/>
                </a:lnTo>
                <a:lnTo>
                  <a:pt x="1421891" y="853947"/>
                </a:lnTo>
                <a:lnTo>
                  <a:pt x="1393952" y="809370"/>
                </a:lnTo>
                <a:close/>
              </a:path>
              <a:path w="1439545" h="882014">
                <a:moveTo>
                  <a:pt x="6604" y="0"/>
                </a:moveTo>
                <a:lnTo>
                  <a:pt x="0" y="10921"/>
                </a:lnTo>
                <a:lnTo>
                  <a:pt x="1370811" y="847345"/>
                </a:lnTo>
                <a:lnTo>
                  <a:pt x="1377487" y="836390"/>
                </a:lnTo>
                <a:lnTo>
                  <a:pt x="6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0" name="object 140"/>
          <p:cNvSpPr/>
          <p:nvPr/>
        </p:nvSpPr>
        <p:spPr>
          <a:xfrm>
            <a:off x="8146287" y="4311904"/>
            <a:ext cx="439420" cy="309033"/>
          </a:xfrm>
          <a:custGeom>
            <a:avLst/>
            <a:gdLst/>
            <a:ahLst/>
            <a:cxnLst/>
            <a:rect l="l" t="t" r="r" b="b"/>
            <a:pathLst>
              <a:path w="329564" h="231775">
                <a:moveTo>
                  <a:pt x="0" y="231648"/>
                </a:moveTo>
                <a:lnTo>
                  <a:pt x="329184" y="231648"/>
                </a:lnTo>
                <a:lnTo>
                  <a:pt x="329184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1" name="object 141"/>
          <p:cNvSpPr/>
          <p:nvPr/>
        </p:nvSpPr>
        <p:spPr>
          <a:xfrm>
            <a:off x="8272611" y="4320031"/>
            <a:ext cx="286512" cy="26822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2" name="object 142"/>
          <p:cNvSpPr/>
          <p:nvPr/>
        </p:nvSpPr>
        <p:spPr>
          <a:xfrm>
            <a:off x="8692895" y="4311904"/>
            <a:ext cx="423333" cy="309033"/>
          </a:xfrm>
          <a:custGeom>
            <a:avLst/>
            <a:gdLst/>
            <a:ahLst/>
            <a:cxnLst/>
            <a:rect l="l" t="t" r="r" b="b"/>
            <a:pathLst>
              <a:path w="317500" h="231775">
                <a:moveTo>
                  <a:pt x="0" y="231648"/>
                </a:moveTo>
                <a:lnTo>
                  <a:pt x="316992" y="231648"/>
                </a:lnTo>
                <a:lnTo>
                  <a:pt x="31699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3" name="object 143"/>
          <p:cNvSpPr/>
          <p:nvPr/>
        </p:nvSpPr>
        <p:spPr>
          <a:xfrm>
            <a:off x="8816508" y="4320031"/>
            <a:ext cx="268224" cy="26822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4" name="object 144"/>
          <p:cNvSpPr/>
          <p:nvPr/>
        </p:nvSpPr>
        <p:spPr>
          <a:xfrm>
            <a:off x="9580879" y="4311904"/>
            <a:ext cx="423333" cy="309033"/>
          </a:xfrm>
          <a:custGeom>
            <a:avLst/>
            <a:gdLst/>
            <a:ahLst/>
            <a:cxnLst/>
            <a:rect l="l" t="t" r="r" b="b"/>
            <a:pathLst>
              <a:path w="317500" h="231775">
                <a:moveTo>
                  <a:pt x="0" y="231648"/>
                </a:moveTo>
                <a:lnTo>
                  <a:pt x="316992" y="231648"/>
                </a:lnTo>
                <a:lnTo>
                  <a:pt x="31699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5" name="object 145"/>
          <p:cNvSpPr/>
          <p:nvPr/>
        </p:nvSpPr>
        <p:spPr>
          <a:xfrm>
            <a:off x="9704831" y="4320031"/>
            <a:ext cx="268224" cy="26822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6" name="object 146"/>
          <p:cNvSpPr/>
          <p:nvPr/>
        </p:nvSpPr>
        <p:spPr>
          <a:xfrm>
            <a:off x="10141711" y="4311904"/>
            <a:ext cx="423333" cy="309033"/>
          </a:xfrm>
          <a:custGeom>
            <a:avLst/>
            <a:gdLst/>
            <a:ahLst/>
            <a:cxnLst/>
            <a:rect l="l" t="t" r="r" b="b"/>
            <a:pathLst>
              <a:path w="317500" h="231775">
                <a:moveTo>
                  <a:pt x="0" y="231648"/>
                </a:moveTo>
                <a:lnTo>
                  <a:pt x="316992" y="231648"/>
                </a:lnTo>
                <a:lnTo>
                  <a:pt x="31699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147"/>
          <p:cNvSpPr/>
          <p:nvPr/>
        </p:nvSpPr>
        <p:spPr>
          <a:xfrm>
            <a:off x="10266003" y="4320031"/>
            <a:ext cx="268224" cy="26822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148"/>
          <p:cNvSpPr/>
          <p:nvPr/>
        </p:nvSpPr>
        <p:spPr>
          <a:xfrm>
            <a:off x="9271677" y="4988154"/>
            <a:ext cx="395020" cy="59781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5552779" y="4348479"/>
            <a:ext cx="1317413" cy="723900"/>
          </a:xfrm>
          <a:custGeom>
            <a:avLst/>
            <a:gdLst/>
            <a:ahLst/>
            <a:cxnLst/>
            <a:rect l="l" t="t" r="r" b="b"/>
            <a:pathLst>
              <a:path w="988060" h="542925">
                <a:moveTo>
                  <a:pt x="716279" y="0"/>
                </a:moveTo>
                <a:lnTo>
                  <a:pt x="716279" y="135635"/>
                </a:lnTo>
                <a:lnTo>
                  <a:pt x="0" y="135635"/>
                </a:lnTo>
                <a:lnTo>
                  <a:pt x="0" y="406907"/>
                </a:lnTo>
                <a:lnTo>
                  <a:pt x="716279" y="406907"/>
                </a:lnTo>
                <a:lnTo>
                  <a:pt x="716279" y="542543"/>
                </a:lnTo>
                <a:lnTo>
                  <a:pt x="987551" y="271271"/>
                </a:lnTo>
                <a:lnTo>
                  <a:pt x="716279" y="0"/>
                </a:lnTo>
                <a:close/>
              </a:path>
            </a:pathLst>
          </a:custGeom>
          <a:solidFill>
            <a:schemeClr val="tx2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Shape 52">
            <a:extLst>
              <a:ext uri="{FF2B5EF4-FFF2-40B4-BE49-F238E27FC236}">
                <a16:creationId xmlns:a16="http://schemas.microsoft.com/office/drawing/2014/main" id="{E6D09699-BEFE-6A4A-A62B-C09F3F4EA2E4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59EFC7D-A2CD-D84E-AF2C-787C3EE97C4B}"/>
              </a:ext>
            </a:extLst>
          </p:cNvPr>
          <p:cNvSpPr txBox="1"/>
          <p:nvPr/>
        </p:nvSpPr>
        <p:spPr>
          <a:xfrm>
            <a:off x="750521" y="1249278"/>
            <a:ext cx="4423967" cy="83099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Consider a numerical value for humidity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8F2BF2-6CEA-7A44-B1CA-5973AE4C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651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2858702" y="1947362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702" y="1947362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90" name="object 90"/>
          <p:cNvGraphicFramePr>
            <a:graphicFrameLocks noGrp="1"/>
          </p:cNvGraphicFramePr>
          <p:nvPr/>
        </p:nvGraphicFramePr>
        <p:xfrm>
          <a:off x="3048356" y="2983145"/>
          <a:ext cx="1632373" cy="34187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1" name="object 91"/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5" name="object 105"/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object 106"/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7" name="object 107"/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8" name="object 108"/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9" name="object 109"/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0" name="object 110"/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1" name="object 111"/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2" name="object 112"/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3" name="object 113"/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4" name="object 114"/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5" name="object 115"/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6" name="object 116"/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7" name="object 117"/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8" name="object 118"/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9" name="object 119"/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0" name="object 120"/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1" name="object 121"/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2" name="object 122"/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3" name="object 123"/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4" name="object 124"/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5" name="object 125"/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6" name="object 126"/>
          <p:cNvSpPr/>
          <p:nvPr/>
        </p:nvSpPr>
        <p:spPr>
          <a:xfrm>
            <a:off x="6064352" y="468829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7" name="object 127"/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8" name="object 128"/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9" name="object 129"/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30" name="object 130"/>
          <p:cNvGraphicFramePr>
            <a:graphicFrameLocks noGrp="1"/>
          </p:cNvGraphicFramePr>
          <p:nvPr/>
        </p:nvGraphicFramePr>
        <p:xfrm>
          <a:off x="6047419" y="2978064"/>
          <a:ext cx="1131992" cy="3276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1" name="object 131"/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2" name="object 132"/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33"/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4" name="object 134"/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object 135"/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6" name="object 136"/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7" name="object 137"/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8" name="object 138"/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9" name="object 139"/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0" name="object 140"/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1" name="object 141"/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2" name="object 142"/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3" name="object 143"/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4" name="object 144"/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5" name="object 145"/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D805CFB-73BF-7F48-B265-59B43AEC4E10}"/>
                  </a:ext>
                </a:extLst>
              </p:cNvPr>
              <p:cNvSpPr txBox="1"/>
              <p:nvPr/>
            </p:nvSpPr>
            <p:spPr>
              <a:xfrm>
                <a:off x="3304754" y="848993"/>
                <a:ext cx="5519196" cy="830997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Gain of numerical attribute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if we split at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D805CFB-73BF-7F48-B265-59B43AEC4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754" y="848993"/>
                <a:ext cx="5519196" cy="830997"/>
              </a:xfrm>
              <a:prstGeom prst="rect">
                <a:avLst/>
              </a:prstGeom>
              <a:blipFill>
                <a:blip r:embed="rId46"/>
                <a:stretch>
                  <a:fillRect t="-2899" r="-1144" b="-13043"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BC5AD7-E4B9-784B-BC5E-E3F6A3CF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956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9" grpId="0" animBg="1"/>
      <p:bldP spid="150" grpId="0" animBg="1"/>
      <p:bldP spid="157" grpId="0" animBg="1"/>
      <p:bldP spid="158" grpId="0" animBg="1"/>
      <p:bldP spid="15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46" name="object 54">
            <a:extLst>
              <a:ext uri="{FF2B5EF4-FFF2-40B4-BE49-F238E27FC236}">
                <a16:creationId xmlns:a16="http://schemas.microsoft.com/office/drawing/2014/main" id="{85C8EC6D-FBF8-FC43-BF78-28B108DC289C}"/>
              </a:ext>
            </a:extLst>
          </p:cNvPr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55">
            <a:extLst>
              <a:ext uri="{FF2B5EF4-FFF2-40B4-BE49-F238E27FC236}">
                <a16:creationId xmlns:a16="http://schemas.microsoft.com/office/drawing/2014/main" id="{B5F2246D-D6B1-3D43-949F-6BC7704C6EEA}"/>
              </a:ext>
            </a:extLst>
          </p:cNvPr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56">
            <a:extLst>
              <a:ext uri="{FF2B5EF4-FFF2-40B4-BE49-F238E27FC236}">
                <a16:creationId xmlns:a16="http://schemas.microsoft.com/office/drawing/2014/main" id="{90DEA5B3-EB51-BF47-8578-740F11CE9976}"/>
              </a:ext>
            </a:extLst>
          </p:cNvPr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57">
            <a:extLst>
              <a:ext uri="{FF2B5EF4-FFF2-40B4-BE49-F238E27FC236}">
                <a16:creationId xmlns:a16="http://schemas.microsoft.com/office/drawing/2014/main" id="{3BEDD978-5072-0746-AB75-D4DB65899401}"/>
              </a:ext>
            </a:extLst>
          </p:cNvPr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58">
            <a:extLst>
              <a:ext uri="{FF2B5EF4-FFF2-40B4-BE49-F238E27FC236}">
                <a16:creationId xmlns:a16="http://schemas.microsoft.com/office/drawing/2014/main" id="{7FAEF5F5-E24B-7646-9B18-A65587A2B1A1}"/>
              </a:ext>
            </a:extLst>
          </p:cNvPr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59">
            <a:extLst>
              <a:ext uri="{FF2B5EF4-FFF2-40B4-BE49-F238E27FC236}">
                <a16:creationId xmlns:a16="http://schemas.microsoft.com/office/drawing/2014/main" id="{C0FC31F3-208E-054C-B688-C012AA0762AA}"/>
              </a:ext>
            </a:extLst>
          </p:cNvPr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60">
            <a:extLst>
              <a:ext uri="{FF2B5EF4-FFF2-40B4-BE49-F238E27FC236}">
                <a16:creationId xmlns:a16="http://schemas.microsoft.com/office/drawing/2014/main" id="{95C52772-5CEB-4644-B0BA-ACC13D8D7A68}"/>
              </a:ext>
            </a:extLst>
          </p:cNvPr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0" name="object 61">
            <a:extLst>
              <a:ext uri="{FF2B5EF4-FFF2-40B4-BE49-F238E27FC236}">
                <a16:creationId xmlns:a16="http://schemas.microsoft.com/office/drawing/2014/main" id="{1FF32A5F-A8D7-5B47-A9F9-CC5861420226}"/>
              </a:ext>
            </a:extLst>
          </p:cNvPr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1" name="object 62">
            <a:extLst>
              <a:ext uri="{FF2B5EF4-FFF2-40B4-BE49-F238E27FC236}">
                <a16:creationId xmlns:a16="http://schemas.microsoft.com/office/drawing/2014/main" id="{AAAC75CB-302F-2A46-A907-0A283C9E72AA}"/>
              </a:ext>
            </a:extLst>
          </p:cNvPr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2" name="object 63">
            <a:extLst>
              <a:ext uri="{FF2B5EF4-FFF2-40B4-BE49-F238E27FC236}">
                <a16:creationId xmlns:a16="http://schemas.microsoft.com/office/drawing/2014/main" id="{E013D8DD-5C25-5C4A-8E59-5D738218B244}"/>
              </a:ext>
            </a:extLst>
          </p:cNvPr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3" name="object 64">
            <a:extLst>
              <a:ext uri="{FF2B5EF4-FFF2-40B4-BE49-F238E27FC236}">
                <a16:creationId xmlns:a16="http://schemas.microsoft.com/office/drawing/2014/main" id="{DF6DC520-3B02-764C-A436-F15433D63A7E}"/>
              </a:ext>
            </a:extLst>
          </p:cNvPr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object 65">
            <a:extLst>
              <a:ext uri="{FF2B5EF4-FFF2-40B4-BE49-F238E27FC236}">
                <a16:creationId xmlns:a16="http://schemas.microsoft.com/office/drawing/2014/main" id="{7A059DAB-F144-EB41-ABEE-96943738FDDE}"/>
              </a:ext>
            </a:extLst>
          </p:cNvPr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5" name="object 66">
            <a:extLst>
              <a:ext uri="{FF2B5EF4-FFF2-40B4-BE49-F238E27FC236}">
                <a16:creationId xmlns:a16="http://schemas.microsoft.com/office/drawing/2014/main" id="{6E8E749D-14B8-5A40-AEC2-D95B57C9B7C6}"/>
              </a:ext>
            </a:extLst>
          </p:cNvPr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6" name="object 67">
            <a:extLst>
              <a:ext uri="{FF2B5EF4-FFF2-40B4-BE49-F238E27FC236}">
                <a16:creationId xmlns:a16="http://schemas.microsoft.com/office/drawing/2014/main" id="{DF081EC4-3980-D746-A591-D402C56DA5EE}"/>
              </a:ext>
            </a:extLst>
          </p:cNvPr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7" name="object 68">
            <a:extLst>
              <a:ext uri="{FF2B5EF4-FFF2-40B4-BE49-F238E27FC236}">
                <a16:creationId xmlns:a16="http://schemas.microsoft.com/office/drawing/2014/main" id="{8B9637A4-0D0F-E04A-9CBA-859A14FF35C2}"/>
              </a:ext>
            </a:extLst>
          </p:cNvPr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8" name="object 69">
            <a:extLst>
              <a:ext uri="{FF2B5EF4-FFF2-40B4-BE49-F238E27FC236}">
                <a16:creationId xmlns:a16="http://schemas.microsoft.com/office/drawing/2014/main" id="{D343B4F3-6874-D047-A114-3016C7B48BC0}"/>
              </a:ext>
            </a:extLst>
          </p:cNvPr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69" name="object 70">
            <a:extLst>
              <a:ext uri="{FF2B5EF4-FFF2-40B4-BE49-F238E27FC236}">
                <a16:creationId xmlns:a16="http://schemas.microsoft.com/office/drawing/2014/main" id="{58A1E0F7-3469-8B42-9F72-DA0B4E2E1198}"/>
              </a:ext>
            </a:extLst>
          </p:cNvPr>
          <p:cNvGraphicFramePr>
            <a:graphicFrameLocks noGrp="1"/>
          </p:cNvGraphicFramePr>
          <p:nvPr/>
        </p:nvGraphicFramePr>
        <p:xfrm>
          <a:off x="3048356" y="2983145"/>
          <a:ext cx="1632373" cy="341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object 71">
            <a:extLst>
              <a:ext uri="{FF2B5EF4-FFF2-40B4-BE49-F238E27FC236}">
                <a16:creationId xmlns:a16="http://schemas.microsoft.com/office/drawing/2014/main" id="{229D157C-E66E-D447-A911-809ED803EA24}"/>
              </a:ext>
            </a:extLst>
          </p:cNvPr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1" name="object 72">
            <a:extLst>
              <a:ext uri="{FF2B5EF4-FFF2-40B4-BE49-F238E27FC236}">
                <a16:creationId xmlns:a16="http://schemas.microsoft.com/office/drawing/2014/main" id="{6184B686-00B1-EB48-8810-392E60ECC8DF}"/>
              </a:ext>
            </a:extLst>
          </p:cNvPr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2" name="object 73">
            <a:extLst>
              <a:ext uri="{FF2B5EF4-FFF2-40B4-BE49-F238E27FC236}">
                <a16:creationId xmlns:a16="http://schemas.microsoft.com/office/drawing/2014/main" id="{3A4AE534-AE7A-D64B-BDB4-A309141C47DC}"/>
              </a:ext>
            </a:extLst>
          </p:cNvPr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3" name="object 74">
            <a:extLst>
              <a:ext uri="{FF2B5EF4-FFF2-40B4-BE49-F238E27FC236}">
                <a16:creationId xmlns:a16="http://schemas.microsoft.com/office/drawing/2014/main" id="{80BAB2FE-BD4F-164E-9767-68767DC53F68}"/>
              </a:ext>
            </a:extLst>
          </p:cNvPr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4" name="object 75">
            <a:extLst>
              <a:ext uri="{FF2B5EF4-FFF2-40B4-BE49-F238E27FC236}">
                <a16:creationId xmlns:a16="http://schemas.microsoft.com/office/drawing/2014/main" id="{80770502-B233-2441-8D87-2731A43C1FA2}"/>
              </a:ext>
            </a:extLst>
          </p:cNvPr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5" name="object 76">
            <a:extLst>
              <a:ext uri="{FF2B5EF4-FFF2-40B4-BE49-F238E27FC236}">
                <a16:creationId xmlns:a16="http://schemas.microsoft.com/office/drawing/2014/main" id="{9E031F7C-5B58-7F46-8A61-297B159F1C85}"/>
              </a:ext>
            </a:extLst>
          </p:cNvPr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6" name="object 77">
            <a:extLst>
              <a:ext uri="{FF2B5EF4-FFF2-40B4-BE49-F238E27FC236}">
                <a16:creationId xmlns:a16="http://schemas.microsoft.com/office/drawing/2014/main" id="{D6FB6467-9DF8-CE46-A72B-519260EF5C90}"/>
              </a:ext>
            </a:extLst>
          </p:cNvPr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7" name="object 78">
            <a:extLst>
              <a:ext uri="{FF2B5EF4-FFF2-40B4-BE49-F238E27FC236}">
                <a16:creationId xmlns:a16="http://schemas.microsoft.com/office/drawing/2014/main" id="{C9A9233B-4537-DA48-963E-ADED8019B3C3}"/>
              </a:ext>
            </a:extLst>
          </p:cNvPr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8" name="object 79">
            <a:extLst>
              <a:ext uri="{FF2B5EF4-FFF2-40B4-BE49-F238E27FC236}">
                <a16:creationId xmlns:a16="http://schemas.microsoft.com/office/drawing/2014/main" id="{8DD79752-AD73-4A4B-A395-D26CD4FADF54}"/>
              </a:ext>
            </a:extLst>
          </p:cNvPr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9" name="object 80">
            <a:extLst>
              <a:ext uri="{FF2B5EF4-FFF2-40B4-BE49-F238E27FC236}">
                <a16:creationId xmlns:a16="http://schemas.microsoft.com/office/drawing/2014/main" id="{44B4E838-C135-EB4E-BECE-9B8427CDC3C9}"/>
              </a:ext>
            </a:extLst>
          </p:cNvPr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0" name="object 81">
            <a:extLst>
              <a:ext uri="{FF2B5EF4-FFF2-40B4-BE49-F238E27FC236}">
                <a16:creationId xmlns:a16="http://schemas.microsoft.com/office/drawing/2014/main" id="{42BAC58B-799F-184F-A330-90117950928B}"/>
              </a:ext>
            </a:extLst>
          </p:cNvPr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1" name="object 82">
            <a:extLst>
              <a:ext uri="{FF2B5EF4-FFF2-40B4-BE49-F238E27FC236}">
                <a16:creationId xmlns:a16="http://schemas.microsoft.com/office/drawing/2014/main" id="{E06774CE-F94F-2F46-B495-B2B0883FC13A}"/>
              </a:ext>
            </a:extLst>
          </p:cNvPr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2" name="object 83">
            <a:extLst>
              <a:ext uri="{FF2B5EF4-FFF2-40B4-BE49-F238E27FC236}">
                <a16:creationId xmlns:a16="http://schemas.microsoft.com/office/drawing/2014/main" id="{0C7E6707-4A4C-9A4E-B350-6B8D08B85531}"/>
              </a:ext>
            </a:extLst>
          </p:cNvPr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3" name="object 84">
            <a:extLst>
              <a:ext uri="{FF2B5EF4-FFF2-40B4-BE49-F238E27FC236}">
                <a16:creationId xmlns:a16="http://schemas.microsoft.com/office/drawing/2014/main" id="{851F7321-EA36-A449-B4D1-903C3C332EAF}"/>
              </a:ext>
            </a:extLst>
          </p:cNvPr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85">
            <a:extLst>
              <a:ext uri="{FF2B5EF4-FFF2-40B4-BE49-F238E27FC236}">
                <a16:creationId xmlns:a16="http://schemas.microsoft.com/office/drawing/2014/main" id="{239AD6C6-BD2C-174D-9B36-4B70065E6D12}"/>
              </a:ext>
            </a:extLst>
          </p:cNvPr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5" name="object 86">
            <a:extLst>
              <a:ext uri="{FF2B5EF4-FFF2-40B4-BE49-F238E27FC236}">
                <a16:creationId xmlns:a16="http://schemas.microsoft.com/office/drawing/2014/main" id="{F3E2F6C3-D88D-D040-B5FE-F60F50138DC6}"/>
              </a:ext>
            </a:extLst>
          </p:cNvPr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6" name="object 87">
            <a:extLst>
              <a:ext uri="{FF2B5EF4-FFF2-40B4-BE49-F238E27FC236}">
                <a16:creationId xmlns:a16="http://schemas.microsoft.com/office/drawing/2014/main" id="{7AE891F6-2D7F-844A-BD40-1F9E133B4DF5}"/>
              </a:ext>
            </a:extLst>
          </p:cNvPr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7" name="object 88">
            <a:extLst>
              <a:ext uri="{FF2B5EF4-FFF2-40B4-BE49-F238E27FC236}">
                <a16:creationId xmlns:a16="http://schemas.microsoft.com/office/drawing/2014/main" id="{9120806C-3D24-CB41-A360-AAA5FA6E8FF8}"/>
              </a:ext>
            </a:extLst>
          </p:cNvPr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8" name="object 89">
            <a:extLst>
              <a:ext uri="{FF2B5EF4-FFF2-40B4-BE49-F238E27FC236}">
                <a16:creationId xmlns:a16="http://schemas.microsoft.com/office/drawing/2014/main" id="{EA2E8710-12ED-064E-90F3-0A0B69C69664}"/>
              </a:ext>
            </a:extLst>
          </p:cNvPr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9" name="object 90">
            <a:extLst>
              <a:ext uri="{FF2B5EF4-FFF2-40B4-BE49-F238E27FC236}">
                <a16:creationId xmlns:a16="http://schemas.microsoft.com/office/drawing/2014/main" id="{ABCD50CB-65C3-4B40-8BB5-443B9AFE79C5}"/>
              </a:ext>
            </a:extLst>
          </p:cNvPr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0" name="object 91">
            <a:extLst>
              <a:ext uri="{FF2B5EF4-FFF2-40B4-BE49-F238E27FC236}">
                <a16:creationId xmlns:a16="http://schemas.microsoft.com/office/drawing/2014/main" id="{504B5756-52EB-A040-A97A-6F89AFE5567A}"/>
              </a:ext>
            </a:extLst>
          </p:cNvPr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1" name="object 92">
            <a:extLst>
              <a:ext uri="{FF2B5EF4-FFF2-40B4-BE49-F238E27FC236}">
                <a16:creationId xmlns:a16="http://schemas.microsoft.com/office/drawing/2014/main" id="{3C585604-C9DC-1743-9E8E-72A5786A36C4}"/>
              </a:ext>
            </a:extLst>
          </p:cNvPr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2" name="object 93">
            <a:extLst>
              <a:ext uri="{FF2B5EF4-FFF2-40B4-BE49-F238E27FC236}">
                <a16:creationId xmlns:a16="http://schemas.microsoft.com/office/drawing/2014/main" id="{9D4B7A9C-8FE7-6A47-92FA-1752F42789C3}"/>
              </a:ext>
            </a:extLst>
          </p:cNvPr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3" name="object 94">
            <a:extLst>
              <a:ext uri="{FF2B5EF4-FFF2-40B4-BE49-F238E27FC236}">
                <a16:creationId xmlns:a16="http://schemas.microsoft.com/office/drawing/2014/main" id="{F0B5A83A-C261-7748-9119-A47E88D9632D}"/>
              </a:ext>
            </a:extLst>
          </p:cNvPr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4" name="object 95">
            <a:extLst>
              <a:ext uri="{FF2B5EF4-FFF2-40B4-BE49-F238E27FC236}">
                <a16:creationId xmlns:a16="http://schemas.microsoft.com/office/drawing/2014/main" id="{9026273E-8915-1E4E-9BAB-0505FE77EBE9}"/>
              </a:ext>
            </a:extLst>
          </p:cNvPr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5" name="object 96">
            <a:extLst>
              <a:ext uri="{FF2B5EF4-FFF2-40B4-BE49-F238E27FC236}">
                <a16:creationId xmlns:a16="http://schemas.microsoft.com/office/drawing/2014/main" id="{81242205-A7BC-2E43-9B87-15A832DE6FD8}"/>
              </a:ext>
            </a:extLst>
          </p:cNvPr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6" name="object 97">
            <a:extLst>
              <a:ext uri="{FF2B5EF4-FFF2-40B4-BE49-F238E27FC236}">
                <a16:creationId xmlns:a16="http://schemas.microsoft.com/office/drawing/2014/main" id="{A085F8F2-4277-EE44-B86D-F61F2220715B}"/>
              </a:ext>
            </a:extLst>
          </p:cNvPr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7" name="object 98">
            <a:extLst>
              <a:ext uri="{FF2B5EF4-FFF2-40B4-BE49-F238E27FC236}">
                <a16:creationId xmlns:a16="http://schemas.microsoft.com/office/drawing/2014/main" id="{0FF5D3FC-960B-B641-9074-0F40049B8414}"/>
              </a:ext>
            </a:extLst>
          </p:cNvPr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8" name="object 99">
            <a:extLst>
              <a:ext uri="{FF2B5EF4-FFF2-40B4-BE49-F238E27FC236}">
                <a16:creationId xmlns:a16="http://schemas.microsoft.com/office/drawing/2014/main" id="{D036F813-49AB-3041-9780-937D2D3F6454}"/>
              </a:ext>
            </a:extLst>
          </p:cNvPr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C1422089-0ECE-9848-975B-231BB0C19278}"/>
              </a:ext>
            </a:extLst>
          </p:cNvPr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0" name="object 101">
            <a:extLst>
              <a:ext uri="{FF2B5EF4-FFF2-40B4-BE49-F238E27FC236}">
                <a16:creationId xmlns:a16="http://schemas.microsoft.com/office/drawing/2014/main" id="{24DFF03B-AF8B-DE47-BB9F-B2C119A644F8}"/>
              </a:ext>
            </a:extLst>
          </p:cNvPr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1" name="object 102">
            <a:extLst>
              <a:ext uri="{FF2B5EF4-FFF2-40B4-BE49-F238E27FC236}">
                <a16:creationId xmlns:a16="http://schemas.microsoft.com/office/drawing/2014/main" id="{5F54BD6A-BC4B-3045-A0B6-CC972A0DA095}"/>
              </a:ext>
            </a:extLst>
          </p:cNvPr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2" name="object 103">
            <a:extLst>
              <a:ext uri="{FF2B5EF4-FFF2-40B4-BE49-F238E27FC236}">
                <a16:creationId xmlns:a16="http://schemas.microsoft.com/office/drawing/2014/main" id="{1DE9BE7B-1B00-BE4F-9DB0-2D0A088E5220}"/>
              </a:ext>
            </a:extLst>
          </p:cNvPr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3" name="object 104">
            <a:extLst>
              <a:ext uri="{FF2B5EF4-FFF2-40B4-BE49-F238E27FC236}">
                <a16:creationId xmlns:a16="http://schemas.microsoft.com/office/drawing/2014/main" id="{D319E463-C32A-4244-9CC4-B7DB78DC87A6}"/>
              </a:ext>
            </a:extLst>
          </p:cNvPr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4" name="object 105">
            <a:extLst>
              <a:ext uri="{FF2B5EF4-FFF2-40B4-BE49-F238E27FC236}">
                <a16:creationId xmlns:a16="http://schemas.microsoft.com/office/drawing/2014/main" id="{6927CE80-520D-2B4B-8D30-21C8D93E6589}"/>
              </a:ext>
            </a:extLst>
          </p:cNvPr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5" name="object 106">
            <a:extLst>
              <a:ext uri="{FF2B5EF4-FFF2-40B4-BE49-F238E27FC236}">
                <a16:creationId xmlns:a16="http://schemas.microsoft.com/office/drawing/2014/main" id="{9BCCFE4D-0B3F-F349-BDDE-8B150465F8FB}"/>
              </a:ext>
            </a:extLst>
          </p:cNvPr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6" name="object 107">
            <a:extLst>
              <a:ext uri="{FF2B5EF4-FFF2-40B4-BE49-F238E27FC236}">
                <a16:creationId xmlns:a16="http://schemas.microsoft.com/office/drawing/2014/main" id="{E729D938-78D8-0D4E-B528-014BB1E5ED96}"/>
              </a:ext>
            </a:extLst>
          </p:cNvPr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7" name="object 108">
            <a:extLst>
              <a:ext uri="{FF2B5EF4-FFF2-40B4-BE49-F238E27FC236}">
                <a16:creationId xmlns:a16="http://schemas.microsoft.com/office/drawing/2014/main" id="{2DC6AEB1-B962-A544-95AA-28ED09A4A1E8}"/>
              </a:ext>
            </a:extLst>
          </p:cNvPr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8" name="object 109">
            <a:extLst>
              <a:ext uri="{FF2B5EF4-FFF2-40B4-BE49-F238E27FC236}">
                <a16:creationId xmlns:a16="http://schemas.microsoft.com/office/drawing/2014/main" id="{772875E6-F340-4043-8F44-B4A85A7B05ED}"/>
              </a:ext>
            </a:extLst>
          </p:cNvPr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9" name="object 110">
            <a:extLst>
              <a:ext uri="{FF2B5EF4-FFF2-40B4-BE49-F238E27FC236}">
                <a16:creationId xmlns:a16="http://schemas.microsoft.com/office/drawing/2014/main" id="{8C99ADB2-4D3B-BB47-8286-CCD274EFF7DF}"/>
              </a:ext>
            </a:extLst>
          </p:cNvPr>
          <p:cNvGraphicFramePr>
            <a:graphicFrameLocks noGrp="1"/>
          </p:cNvGraphicFramePr>
          <p:nvPr/>
        </p:nvGraphicFramePr>
        <p:xfrm>
          <a:off x="6047331" y="2978065"/>
          <a:ext cx="1131992" cy="3276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7E7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7E7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10" name="object 111">
            <a:extLst>
              <a:ext uri="{FF2B5EF4-FFF2-40B4-BE49-F238E27FC236}">
                <a16:creationId xmlns:a16="http://schemas.microsoft.com/office/drawing/2014/main" id="{FC8DFF4A-1B6B-0944-9769-C1B7291B2B84}"/>
              </a:ext>
            </a:extLst>
          </p:cNvPr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EB110876-9B64-1142-8B4F-D9632D78A703}"/>
              </a:ext>
            </a:extLst>
          </p:cNvPr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2" name="object 113">
            <a:extLst>
              <a:ext uri="{FF2B5EF4-FFF2-40B4-BE49-F238E27FC236}">
                <a16:creationId xmlns:a16="http://schemas.microsoft.com/office/drawing/2014/main" id="{2A1B6632-0689-AF45-B7E9-A9D8A43379DA}"/>
              </a:ext>
            </a:extLst>
          </p:cNvPr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3" name="object 114">
            <a:extLst>
              <a:ext uri="{FF2B5EF4-FFF2-40B4-BE49-F238E27FC236}">
                <a16:creationId xmlns:a16="http://schemas.microsoft.com/office/drawing/2014/main" id="{729C932E-AEA5-D348-A1FF-A3B1687F5ADF}"/>
              </a:ext>
            </a:extLst>
          </p:cNvPr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4" name="object 115">
            <a:extLst>
              <a:ext uri="{FF2B5EF4-FFF2-40B4-BE49-F238E27FC236}">
                <a16:creationId xmlns:a16="http://schemas.microsoft.com/office/drawing/2014/main" id="{F731FD31-25A8-A342-AA63-84D8495B0F4F}"/>
              </a:ext>
            </a:extLst>
          </p:cNvPr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5" name="object 116">
            <a:extLst>
              <a:ext uri="{FF2B5EF4-FFF2-40B4-BE49-F238E27FC236}">
                <a16:creationId xmlns:a16="http://schemas.microsoft.com/office/drawing/2014/main" id="{E8485CA4-062A-654A-9F4A-A920C46522EA}"/>
              </a:ext>
            </a:extLst>
          </p:cNvPr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6" name="object 117">
            <a:extLst>
              <a:ext uri="{FF2B5EF4-FFF2-40B4-BE49-F238E27FC236}">
                <a16:creationId xmlns:a16="http://schemas.microsoft.com/office/drawing/2014/main" id="{20BBCD59-C36A-204E-A1AA-B5D48A96C9B0}"/>
              </a:ext>
            </a:extLst>
          </p:cNvPr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7" name="object 118">
            <a:extLst>
              <a:ext uri="{FF2B5EF4-FFF2-40B4-BE49-F238E27FC236}">
                <a16:creationId xmlns:a16="http://schemas.microsoft.com/office/drawing/2014/main" id="{D615F20F-152D-2241-8F04-A8BFC841053A}"/>
              </a:ext>
            </a:extLst>
          </p:cNvPr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8" name="object 119">
            <a:extLst>
              <a:ext uri="{FF2B5EF4-FFF2-40B4-BE49-F238E27FC236}">
                <a16:creationId xmlns:a16="http://schemas.microsoft.com/office/drawing/2014/main" id="{8C49DD7F-DAF0-4D49-95B4-073BD6CAC7A0}"/>
              </a:ext>
            </a:extLst>
          </p:cNvPr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9" name="object 120">
            <a:extLst>
              <a:ext uri="{FF2B5EF4-FFF2-40B4-BE49-F238E27FC236}">
                <a16:creationId xmlns:a16="http://schemas.microsoft.com/office/drawing/2014/main" id="{1C8F1971-3983-A342-BC1F-A0548F82E6A7}"/>
              </a:ext>
            </a:extLst>
          </p:cNvPr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0" name="object 121">
            <a:extLst>
              <a:ext uri="{FF2B5EF4-FFF2-40B4-BE49-F238E27FC236}">
                <a16:creationId xmlns:a16="http://schemas.microsoft.com/office/drawing/2014/main" id="{CF3D4832-0C21-CE4A-B7D4-E6ACBA54E170}"/>
              </a:ext>
            </a:extLst>
          </p:cNvPr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1" name="object 122">
            <a:extLst>
              <a:ext uri="{FF2B5EF4-FFF2-40B4-BE49-F238E27FC236}">
                <a16:creationId xmlns:a16="http://schemas.microsoft.com/office/drawing/2014/main" id="{0DF7FB08-52C9-464A-BCC5-6391AB658378}"/>
              </a:ext>
            </a:extLst>
          </p:cNvPr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2" name="object 123">
            <a:extLst>
              <a:ext uri="{FF2B5EF4-FFF2-40B4-BE49-F238E27FC236}">
                <a16:creationId xmlns:a16="http://schemas.microsoft.com/office/drawing/2014/main" id="{2722EEEA-C553-0247-9CEB-B1900D9AB3DC}"/>
              </a:ext>
            </a:extLst>
          </p:cNvPr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3" name="object 124">
            <a:extLst>
              <a:ext uri="{FF2B5EF4-FFF2-40B4-BE49-F238E27FC236}">
                <a16:creationId xmlns:a16="http://schemas.microsoft.com/office/drawing/2014/main" id="{FE0917B4-1D67-3B4F-9424-02E2260ECE30}"/>
              </a:ext>
            </a:extLst>
          </p:cNvPr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4" name="object 152">
            <a:extLst>
              <a:ext uri="{FF2B5EF4-FFF2-40B4-BE49-F238E27FC236}">
                <a16:creationId xmlns:a16="http://schemas.microsoft.com/office/drawing/2014/main" id="{8D31F13E-0E7B-D449-A2CE-86EA5DFDBF6B}"/>
              </a:ext>
            </a:extLst>
          </p:cNvPr>
          <p:cNvSpPr/>
          <p:nvPr/>
        </p:nvSpPr>
        <p:spPr>
          <a:xfrm>
            <a:off x="6056900" y="4700015"/>
            <a:ext cx="1134533" cy="223520"/>
          </a:xfrm>
          <a:custGeom>
            <a:avLst/>
            <a:gdLst/>
            <a:ahLst/>
            <a:cxnLst/>
            <a:rect l="l" t="t" r="r" b="b"/>
            <a:pathLst>
              <a:path w="850900" h="167639">
                <a:moveTo>
                  <a:pt x="0" y="167640"/>
                </a:moveTo>
                <a:lnTo>
                  <a:pt x="850391" y="167640"/>
                </a:lnTo>
                <a:lnTo>
                  <a:pt x="850391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EF4639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/>
              <p:nvPr/>
            </p:nvSpPr>
            <p:spPr>
              <a:xfrm>
                <a:off x="7264766" y="4650768"/>
                <a:ext cx="4389337" cy="263320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h𝑢𝑚𝑖𝑑𝑖𝑡𝑦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83.5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66" y="4650768"/>
                <a:ext cx="4389337" cy="263320"/>
              </a:xfrm>
              <a:prstGeom prst="rect">
                <a:avLst/>
              </a:prstGeom>
              <a:blipFill>
                <a:blip r:embed="rId46"/>
                <a:stretch>
                  <a:fillRect l="-2023" t="-4762" b="-380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6996EB-FDBE-4C42-B134-AA28881E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067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46" name="object 54">
            <a:extLst>
              <a:ext uri="{FF2B5EF4-FFF2-40B4-BE49-F238E27FC236}">
                <a16:creationId xmlns:a16="http://schemas.microsoft.com/office/drawing/2014/main" id="{85C8EC6D-FBF8-FC43-BF78-28B108DC289C}"/>
              </a:ext>
            </a:extLst>
          </p:cNvPr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55">
            <a:extLst>
              <a:ext uri="{FF2B5EF4-FFF2-40B4-BE49-F238E27FC236}">
                <a16:creationId xmlns:a16="http://schemas.microsoft.com/office/drawing/2014/main" id="{B5F2246D-D6B1-3D43-949F-6BC7704C6EEA}"/>
              </a:ext>
            </a:extLst>
          </p:cNvPr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56">
            <a:extLst>
              <a:ext uri="{FF2B5EF4-FFF2-40B4-BE49-F238E27FC236}">
                <a16:creationId xmlns:a16="http://schemas.microsoft.com/office/drawing/2014/main" id="{90DEA5B3-EB51-BF47-8578-740F11CE9976}"/>
              </a:ext>
            </a:extLst>
          </p:cNvPr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57">
            <a:extLst>
              <a:ext uri="{FF2B5EF4-FFF2-40B4-BE49-F238E27FC236}">
                <a16:creationId xmlns:a16="http://schemas.microsoft.com/office/drawing/2014/main" id="{3BEDD978-5072-0746-AB75-D4DB65899401}"/>
              </a:ext>
            </a:extLst>
          </p:cNvPr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58">
            <a:extLst>
              <a:ext uri="{FF2B5EF4-FFF2-40B4-BE49-F238E27FC236}">
                <a16:creationId xmlns:a16="http://schemas.microsoft.com/office/drawing/2014/main" id="{7FAEF5F5-E24B-7646-9B18-A65587A2B1A1}"/>
              </a:ext>
            </a:extLst>
          </p:cNvPr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59">
            <a:extLst>
              <a:ext uri="{FF2B5EF4-FFF2-40B4-BE49-F238E27FC236}">
                <a16:creationId xmlns:a16="http://schemas.microsoft.com/office/drawing/2014/main" id="{C0FC31F3-208E-054C-B688-C012AA0762AA}"/>
              </a:ext>
            </a:extLst>
          </p:cNvPr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60">
            <a:extLst>
              <a:ext uri="{FF2B5EF4-FFF2-40B4-BE49-F238E27FC236}">
                <a16:creationId xmlns:a16="http://schemas.microsoft.com/office/drawing/2014/main" id="{95C52772-5CEB-4644-B0BA-ACC13D8D7A68}"/>
              </a:ext>
            </a:extLst>
          </p:cNvPr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0" name="object 61">
            <a:extLst>
              <a:ext uri="{FF2B5EF4-FFF2-40B4-BE49-F238E27FC236}">
                <a16:creationId xmlns:a16="http://schemas.microsoft.com/office/drawing/2014/main" id="{1FF32A5F-A8D7-5B47-A9F9-CC5861420226}"/>
              </a:ext>
            </a:extLst>
          </p:cNvPr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1" name="object 62">
            <a:extLst>
              <a:ext uri="{FF2B5EF4-FFF2-40B4-BE49-F238E27FC236}">
                <a16:creationId xmlns:a16="http://schemas.microsoft.com/office/drawing/2014/main" id="{AAAC75CB-302F-2A46-A907-0A283C9E72AA}"/>
              </a:ext>
            </a:extLst>
          </p:cNvPr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2" name="object 63">
            <a:extLst>
              <a:ext uri="{FF2B5EF4-FFF2-40B4-BE49-F238E27FC236}">
                <a16:creationId xmlns:a16="http://schemas.microsoft.com/office/drawing/2014/main" id="{E013D8DD-5C25-5C4A-8E59-5D738218B244}"/>
              </a:ext>
            </a:extLst>
          </p:cNvPr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3" name="object 64">
            <a:extLst>
              <a:ext uri="{FF2B5EF4-FFF2-40B4-BE49-F238E27FC236}">
                <a16:creationId xmlns:a16="http://schemas.microsoft.com/office/drawing/2014/main" id="{DF6DC520-3B02-764C-A436-F15433D63A7E}"/>
              </a:ext>
            </a:extLst>
          </p:cNvPr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object 65">
            <a:extLst>
              <a:ext uri="{FF2B5EF4-FFF2-40B4-BE49-F238E27FC236}">
                <a16:creationId xmlns:a16="http://schemas.microsoft.com/office/drawing/2014/main" id="{7A059DAB-F144-EB41-ABEE-96943738FDDE}"/>
              </a:ext>
            </a:extLst>
          </p:cNvPr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5" name="object 66">
            <a:extLst>
              <a:ext uri="{FF2B5EF4-FFF2-40B4-BE49-F238E27FC236}">
                <a16:creationId xmlns:a16="http://schemas.microsoft.com/office/drawing/2014/main" id="{6E8E749D-14B8-5A40-AEC2-D95B57C9B7C6}"/>
              </a:ext>
            </a:extLst>
          </p:cNvPr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6" name="object 67">
            <a:extLst>
              <a:ext uri="{FF2B5EF4-FFF2-40B4-BE49-F238E27FC236}">
                <a16:creationId xmlns:a16="http://schemas.microsoft.com/office/drawing/2014/main" id="{DF081EC4-3980-D746-A591-D402C56DA5EE}"/>
              </a:ext>
            </a:extLst>
          </p:cNvPr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7" name="object 68">
            <a:extLst>
              <a:ext uri="{FF2B5EF4-FFF2-40B4-BE49-F238E27FC236}">
                <a16:creationId xmlns:a16="http://schemas.microsoft.com/office/drawing/2014/main" id="{8B9637A4-0D0F-E04A-9CBA-859A14FF35C2}"/>
              </a:ext>
            </a:extLst>
          </p:cNvPr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8" name="object 69">
            <a:extLst>
              <a:ext uri="{FF2B5EF4-FFF2-40B4-BE49-F238E27FC236}">
                <a16:creationId xmlns:a16="http://schemas.microsoft.com/office/drawing/2014/main" id="{D343B4F3-6874-D047-A114-3016C7B48BC0}"/>
              </a:ext>
            </a:extLst>
          </p:cNvPr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69" name="object 70">
            <a:extLst>
              <a:ext uri="{FF2B5EF4-FFF2-40B4-BE49-F238E27FC236}">
                <a16:creationId xmlns:a16="http://schemas.microsoft.com/office/drawing/2014/main" id="{58A1E0F7-3469-8B42-9F72-DA0B4E2E1198}"/>
              </a:ext>
            </a:extLst>
          </p:cNvPr>
          <p:cNvGraphicFramePr>
            <a:graphicFrameLocks noGrp="1"/>
          </p:cNvGraphicFramePr>
          <p:nvPr/>
        </p:nvGraphicFramePr>
        <p:xfrm>
          <a:off x="3048356" y="2983145"/>
          <a:ext cx="1632373" cy="341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object 71">
            <a:extLst>
              <a:ext uri="{FF2B5EF4-FFF2-40B4-BE49-F238E27FC236}">
                <a16:creationId xmlns:a16="http://schemas.microsoft.com/office/drawing/2014/main" id="{229D157C-E66E-D447-A911-809ED803EA24}"/>
              </a:ext>
            </a:extLst>
          </p:cNvPr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1" name="object 72">
            <a:extLst>
              <a:ext uri="{FF2B5EF4-FFF2-40B4-BE49-F238E27FC236}">
                <a16:creationId xmlns:a16="http://schemas.microsoft.com/office/drawing/2014/main" id="{6184B686-00B1-EB48-8810-392E60ECC8DF}"/>
              </a:ext>
            </a:extLst>
          </p:cNvPr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2" name="object 73">
            <a:extLst>
              <a:ext uri="{FF2B5EF4-FFF2-40B4-BE49-F238E27FC236}">
                <a16:creationId xmlns:a16="http://schemas.microsoft.com/office/drawing/2014/main" id="{3A4AE534-AE7A-D64B-BDB4-A309141C47DC}"/>
              </a:ext>
            </a:extLst>
          </p:cNvPr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3" name="object 74">
            <a:extLst>
              <a:ext uri="{FF2B5EF4-FFF2-40B4-BE49-F238E27FC236}">
                <a16:creationId xmlns:a16="http://schemas.microsoft.com/office/drawing/2014/main" id="{80BAB2FE-BD4F-164E-9767-68767DC53F68}"/>
              </a:ext>
            </a:extLst>
          </p:cNvPr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4" name="object 75">
            <a:extLst>
              <a:ext uri="{FF2B5EF4-FFF2-40B4-BE49-F238E27FC236}">
                <a16:creationId xmlns:a16="http://schemas.microsoft.com/office/drawing/2014/main" id="{80770502-B233-2441-8D87-2731A43C1FA2}"/>
              </a:ext>
            </a:extLst>
          </p:cNvPr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5" name="object 76">
            <a:extLst>
              <a:ext uri="{FF2B5EF4-FFF2-40B4-BE49-F238E27FC236}">
                <a16:creationId xmlns:a16="http://schemas.microsoft.com/office/drawing/2014/main" id="{9E031F7C-5B58-7F46-8A61-297B159F1C85}"/>
              </a:ext>
            </a:extLst>
          </p:cNvPr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6" name="object 77">
            <a:extLst>
              <a:ext uri="{FF2B5EF4-FFF2-40B4-BE49-F238E27FC236}">
                <a16:creationId xmlns:a16="http://schemas.microsoft.com/office/drawing/2014/main" id="{D6FB6467-9DF8-CE46-A72B-519260EF5C90}"/>
              </a:ext>
            </a:extLst>
          </p:cNvPr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7" name="object 78">
            <a:extLst>
              <a:ext uri="{FF2B5EF4-FFF2-40B4-BE49-F238E27FC236}">
                <a16:creationId xmlns:a16="http://schemas.microsoft.com/office/drawing/2014/main" id="{C9A9233B-4537-DA48-963E-ADED8019B3C3}"/>
              </a:ext>
            </a:extLst>
          </p:cNvPr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8" name="object 79">
            <a:extLst>
              <a:ext uri="{FF2B5EF4-FFF2-40B4-BE49-F238E27FC236}">
                <a16:creationId xmlns:a16="http://schemas.microsoft.com/office/drawing/2014/main" id="{8DD79752-AD73-4A4B-A395-D26CD4FADF54}"/>
              </a:ext>
            </a:extLst>
          </p:cNvPr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9" name="object 80">
            <a:extLst>
              <a:ext uri="{FF2B5EF4-FFF2-40B4-BE49-F238E27FC236}">
                <a16:creationId xmlns:a16="http://schemas.microsoft.com/office/drawing/2014/main" id="{44B4E838-C135-EB4E-BECE-9B8427CDC3C9}"/>
              </a:ext>
            </a:extLst>
          </p:cNvPr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0" name="object 81">
            <a:extLst>
              <a:ext uri="{FF2B5EF4-FFF2-40B4-BE49-F238E27FC236}">
                <a16:creationId xmlns:a16="http://schemas.microsoft.com/office/drawing/2014/main" id="{42BAC58B-799F-184F-A330-90117950928B}"/>
              </a:ext>
            </a:extLst>
          </p:cNvPr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1" name="object 82">
            <a:extLst>
              <a:ext uri="{FF2B5EF4-FFF2-40B4-BE49-F238E27FC236}">
                <a16:creationId xmlns:a16="http://schemas.microsoft.com/office/drawing/2014/main" id="{E06774CE-F94F-2F46-B495-B2B0883FC13A}"/>
              </a:ext>
            </a:extLst>
          </p:cNvPr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2" name="object 83">
            <a:extLst>
              <a:ext uri="{FF2B5EF4-FFF2-40B4-BE49-F238E27FC236}">
                <a16:creationId xmlns:a16="http://schemas.microsoft.com/office/drawing/2014/main" id="{0C7E6707-4A4C-9A4E-B350-6B8D08B85531}"/>
              </a:ext>
            </a:extLst>
          </p:cNvPr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3" name="object 84">
            <a:extLst>
              <a:ext uri="{FF2B5EF4-FFF2-40B4-BE49-F238E27FC236}">
                <a16:creationId xmlns:a16="http://schemas.microsoft.com/office/drawing/2014/main" id="{851F7321-EA36-A449-B4D1-903C3C332EAF}"/>
              </a:ext>
            </a:extLst>
          </p:cNvPr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85">
            <a:extLst>
              <a:ext uri="{FF2B5EF4-FFF2-40B4-BE49-F238E27FC236}">
                <a16:creationId xmlns:a16="http://schemas.microsoft.com/office/drawing/2014/main" id="{239AD6C6-BD2C-174D-9B36-4B70065E6D12}"/>
              </a:ext>
            </a:extLst>
          </p:cNvPr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5" name="object 86">
            <a:extLst>
              <a:ext uri="{FF2B5EF4-FFF2-40B4-BE49-F238E27FC236}">
                <a16:creationId xmlns:a16="http://schemas.microsoft.com/office/drawing/2014/main" id="{F3E2F6C3-D88D-D040-B5FE-F60F50138DC6}"/>
              </a:ext>
            </a:extLst>
          </p:cNvPr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6" name="object 87">
            <a:extLst>
              <a:ext uri="{FF2B5EF4-FFF2-40B4-BE49-F238E27FC236}">
                <a16:creationId xmlns:a16="http://schemas.microsoft.com/office/drawing/2014/main" id="{7AE891F6-2D7F-844A-BD40-1F9E133B4DF5}"/>
              </a:ext>
            </a:extLst>
          </p:cNvPr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7" name="object 88">
            <a:extLst>
              <a:ext uri="{FF2B5EF4-FFF2-40B4-BE49-F238E27FC236}">
                <a16:creationId xmlns:a16="http://schemas.microsoft.com/office/drawing/2014/main" id="{9120806C-3D24-CB41-A360-AAA5FA6E8FF8}"/>
              </a:ext>
            </a:extLst>
          </p:cNvPr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8" name="object 89">
            <a:extLst>
              <a:ext uri="{FF2B5EF4-FFF2-40B4-BE49-F238E27FC236}">
                <a16:creationId xmlns:a16="http://schemas.microsoft.com/office/drawing/2014/main" id="{EA2E8710-12ED-064E-90F3-0A0B69C69664}"/>
              </a:ext>
            </a:extLst>
          </p:cNvPr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9" name="object 90">
            <a:extLst>
              <a:ext uri="{FF2B5EF4-FFF2-40B4-BE49-F238E27FC236}">
                <a16:creationId xmlns:a16="http://schemas.microsoft.com/office/drawing/2014/main" id="{ABCD50CB-65C3-4B40-8BB5-443B9AFE79C5}"/>
              </a:ext>
            </a:extLst>
          </p:cNvPr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0" name="object 91">
            <a:extLst>
              <a:ext uri="{FF2B5EF4-FFF2-40B4-BE49-F238E27FC236}">
                <a16:creationId xmlns:a16="http://schemas.microsoft.com/office/drawing/2014/main" id="{504B5756-52EB-A040-A97A-6F89AFE5567A}"/>
              </a:ext>
            </a:extLst>
          </p:cNvPr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1" name="object 92">
            <a:extLst>
              <a:ext uri="{FF2B5EF4-FFF2-40B4-BE49-F238E27FC236}">
                <a16:creationId xmlns:a16="http://schemas.microsoft.com/office/drawing/2014/main" id="{3C585604-C9DC-1743-9E8E-72A5786A36C4}"/>
              </a:ext>
            </a:extLst>
          </p:cNvPr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2" name="object 93">
            <a:extLst>
              <a:ext uri="{FF2B5EF4-FFF2-40B4-BE49-F238E27FC236}">
                <a16:creationId xmlns:a16="http://schemas.microsoft.com/office/drawing/2014/main" id="{9D4B7A9C-8FE7-6A47-92FA-1752F42789C3}"/>
              </a:ext>
            </a:extLst>
          </p:cNvPr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3" name="object 94">
            <a:extLst>
              <a:ext uri="{FF2B5EF4-FFF2-40B4-BE49-F238E27FC236}">
                <a16:creationId xmlns:a16="http://schemas.microsoft.com/office/drawing/2014/main" id="{F0B5A83A-C261-7748-9119-A47E88D9632D}"/>
              </a:ext>
            </a:extLst>
          </p:cNvPr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4" name="object 95">
            <a:extLst>
              <a:ext uri="{FF2B5EF4-FFF2-40B4-BE49-F238E27FC236}">
                <a16:creationId xmlns:a16="http://schemas.microsoft.com/office/drawing/2014/main" id="{9026273E-8915-1E4E-9BAB-0505FE77EBE9}"/>
              </a:ext>
            </a:extLst>
          </p:cNvPr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5" name="object 96">
            <a:extLst>
              <a:ext uri="{FF2B5EF4-FFF2-40B4-BE49-F238E27FC236}">
                <a16:creationId xmlns:a16="http://schemas.microsoft.com/office/drawing/2014/main" id="{81242205-A7BC-2E43-9B87-15A832DE6FD8}"/>
              </a:ext>
            </a:extLst>
          </p:cNvPr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6" name="object 97">
            <a:extLst>
              <a:ext uri="{FF2B5EF4-FFF2-40B4-BE49-F238E27FC236}">
                <a16:creationId xmlns:a16="http://schemas.microsoft.com/office/drawing/2014/main" id="{A085F8F2-4277-EE44-B86D-F61F2220715B}"/>
              </a:ext>
            </a:extLst>
          </p:cNvPr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7" name="object 98">
            <a:extLst>
              <a:ext uri="{FF2B5EF4-FFF2-40B4-BE49-F238E27FC236}">
                <a16:creationId xmlns:a16="http://schemas.microsoft.com/office/drawing/2014/main" id="{0FF5D3FC-960B-B641-9074-0F40049B8414}"/>
              </a:ext>
            </a:extLst>
          </p:cNvPr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8" name="object 99">
            <a:extLst>
              <a:ext uri="{FF2B5EF4-FFF2-40B4-BE49-F238E27FC236}">
                <a16:creationId xmlns:a16="http://schemas.microsoft.com/office/drawing/2014/main" id="{D036F813-49AB-3041-9780-937D2D3F6454}"/>
              </a:ext>
            </a:extLst>
          </p:cNvPr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C1422089-0ECE-9848-975B-231BB0C19278}"/>
              </a:ext>
            </a:extLst>
          </p:cNvPr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0" name="object 101">
            <a:extLst>
              <a:ext uri="{FF2B5EF4-FFF2-40B4-BE49-F238E27FC236}">
                <a16:creationId xmlns:a16="http://schemas.microsoft.com/office/drawing/2014/main" id="{24DFF03B-AF8B-DE47-BB9F-B2C119A644F8}"/>
              </a:ext>
            </a:extLst>
          </p:cNvPr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1" name="object 102">
            <a:extLst>
              <a:ext uri="{FF2B5EF4-FFF2-40B4-BE49-F238E27FC236}">
                <a16:creationId xmlns:a16="http://schemas.microsoft.com/office/drawing/2014/main" id="{5F54BD6A-BC4B-3045-A0B6-CC972A0DA095}"/>
              </a:ext>
            </a:extLst>
          </p:cNvPr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2" name="object 103">
            <a:extLst>
              <a:ext uri="{FF2B5EF4-FFF2-40B4-BE49-F238E27FC236}">
                <a16:creationId xmlns:a16="http://schemas.microsoft.com/office/drawing/2014/main" id="{1DE9BE7B-1B00-BE4F-9DB0-2D0A088E5220}"/>
              </a:ext>
            </a:extLst>
          </p:cNvPr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3" name="object 104">
            <a:extLst>
              <a:ext uri="{FF2B5EF4-FFF2-40B4-BE49-F238E27FC236}">
                <a16:creationId xmlns:a16="http://schemas.microsoft.com/office/drawing/2014/main" id="{D319E463-C32A-4244-9CC4-B7DB78DC87A6}"/>
              </a:ext>
            </a:extLst>
          </p:cNvPr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4" name="object 105">
            <a:extLst>
              <a:ext uri="{FF2B5EF4-FFF2-40B4-BE49-F238E27FC236}">
                <a16:creationId xmlns:a16="http://schemas.microsoft.com/office/drawing/2014/main" id="{6927CE80-520D-2B4B-8D30-21C8D93E6589}"/>
              </a:ext>
            </a:extLst>
          </p:cNvPr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5" name="object 106">
            <a:extLst>
              <a:ext uri="{FF2B5EF4-FFF2-40B4-BE49-F238E27FC236}">
                <a16:creationId xmlns:a16="http://schemas.microsoft.com/office/drawing/2014/main" id="{9BCCFE4D-0B3F-F349-BDDE-8B150465F8FB}"/>
              </a:ext>
            </a:extLst>
          </p:cNvPr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6" name="object 107">
            <a:extLst>
              <a:ext uri="{FF2B5EF4-FFF2-40B4-BE49-F238E27FC236}">
                <a16:creationId xmlns:a16="http://schemas.microsoft.com/office/drawing/2014/main" id="{E729D938-78D8-0D4E-B528-014BB1E5ED96}"/>
              </a:ext>
            </a:extLst>
          </p:cNvPr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7" name="object 108">
            <a:extLst>
              <a:ext uri="{FF2B5EF4-FFF2-40B4-BE49-F238E27FC236}">
                <a16:creationId xmlns:a16="http://schemas.microsoft.com/office/drawing/2014/main" id="{2DC6AEB1-B962-A544-95AA-28ED09A4A1E8}"/>
              </a:ext>
            </a:extLst>
          </p:cNvPr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8" name="object 109">
            <a:extLst>
              <a:ext uri="{FF2B5EF4-FFF2-40B4-BE49-F238E27FC236}">
                <a16:creationId xmlns:a16="http://schemas.microsoft.com/office/drawing/2014/main" id="{772875E6-F340-4043-8F44-B4A85A7B05ED}"/>
              </a:ext>
            </a:extLst>
          </p:cNvPr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9" name="object 110">
            <a:extLst>
              <a:ext uri="{FF2B5EF4-FFF2-40B4-BE49-F238E27FC236}">
                <a16:creationId xmlns:a16="http://schemas.microsoft.com/office/drawing/2014/main" id="{8C99ADB2-4D3B-BB47-8286-CCD274EFF7DF}"/>
              </a:ext>
            </a:extLst>
          </p:cNvPr>
          <p:cNvGraphicFramePr>
            <a:graphicFrameLocks noGrp="1"/>
          </p:cNvGraphicFramePr>
          <p:nvPr/>
        </p:nvGraphicFramePr>
        <p:xfrm>
          <a:off x="6047331" y="2978065"/>
          <a:ext cx="1131992" cy="3276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7E7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7E7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10" name="object 111">
            <a:extLst>
              <a:ext uri="{FF2B5EF4-FFF2-40B4-BE49-F238E27FC236}">
                <a16:creationId xmlns:a16="http://schemas.microsoft.com/office/drawing/2014/main" id="{FC8DFF4A-1B6B-0944-9769-C1B7291B2B84}"/>
              </a:ext>
            </a:extLst>
          </p:cNvPr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EB110876-9B64-1142-8B4F-D9632D78A703}"/>
              </a:ext>
            </a:extLst>
          </p:cNvPr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2" name="object 113">
            <a:extLst>
              <a:ext uri="{FF2B5EF4-FFF2-40B4-BE49-F238E27FC236}">
                <a16:creationId xmlns:a16="http://schemas.microsoft.com/office/drawing/2014/main" id="{2A1B6632-0689-AF45-B7E9-A9D8A43379DA}"/>
              </a:ext>
            </a:extLst>
          </p:cNvPr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3" name="object 114">
            <a:extLst>
              <a:ext uri="{FF2B5EF4-FFF2-40B4-BE49-F238E27FC236}">
                <a16:creationId xmlns:a16="http://schemas.microsoft.com/office/drawing/2014/main" id="{729C932E-AEA5-D348-A1FF-A3B1687F5ADF}"/>
              </a:ext>
            </a:extLst>
          </p:cNvPr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4" name="object 115">
            <a:extLst>
              <a:ext uri="{FF2B5EF4-FFF2-40B4-BE49-F238E27FC236}">
                <a16:creationId xmlns:a16="http://schemas.microsoft.com/office/drawing/2014/main" id="{F731FD31-25A8-A342-AA63-84D8495B0F4F}"/>
              </a:ext>
            </a:extLst>
          </p:cNvPr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5" name="object 116">
            <a:extLst>
              <a:ext uri="{FF2B5EF4-FFF2-40B4-BE49-F238E27FC236}">
                <a16:creationId xmlns:a16="http://schemas.microsoft.com/office/drawing/2014/main" id="{E8485CA4-062A-654A-9F4A-A920C46522EA}"/>
              </a:ext>
            </a:extLst>
          </p:cNvPr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6" name="object 117">
            <a:extLst>
              <a:ext uri="{FF2B5EF4-FFF2-40B4-BE49-F238E27FC236}">
                <a16:creationId xmlns:a16="http://schemas.microsoft.com/office/drawing/2014/main" id="{20BBCD59-C36A-204E-A1AA-B5D48A96C9B0}"/>
              </a:ext>
            </a:extLst>
          </p:cNvPr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7" name="object 118">
            <a:extLst>
              <a:ext uri="{FF2B5EF4-FFF2-40B4-BE49-F238E27FC236}">
                <a16:creationId xmlns:a16="http://schemas.microsoft.com/office/drawing/2014/main" id="{D615F20F-152D-2241-8F04-A8BFC841053A}"/>
              </a:ext>
            </a:extLst>
          </p:cNvPr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8" name="object 119">
            <a:extLst>
              <a:ext uri="{FF2B5EF4-FFF2-40B4-BE49-F238E27FC236}">
                <a16:creationId xmlns:a16="http://schemas.microsoft.com/office/drawing/2014/main" id="{8C49DD7F-DAF0-4D49-95B4-073BD6CAC7A0}"/>
              </a:ext>
            </a:extLst>
          </p:cNvPr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9" name="object 120">
            <a:extLst>
              <a:ext uri="{FF2B5EF4-FFF2-40B4-BE49-F238E27FC236}">
                <a16:creationId xmlns:a16="http://schemas.microsoft.com/office/drawing/2014/main" id="{1C8F1971-3983-A342-BC1F-A0548F82E6A7}"/>
              </a:ext>
            </a:extLst>
          </p:cNvPr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0" name="object 121">
            <a:extLst>
              <a:ext uri="{FF2B5EF4-FFF2-40B4-BE49-F238E27FC236}">
                <a16:creationId xmlns:a16="http://schemas.microsoft.com/office/drawing/2014/main" id="{CF3D4832-0C21-CE4A-B7D4-E6ACBA54E170}"/>
              </a:ext>
            </a:extLst>
          </p:cNvPr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1" name="object 122">
            <a:extLst>
              <a:ext uri="{FF2B5EF4-FFF2-40B4-BE49-F238E27FC236}">
                <a16:creationId xmlns:a16="http://schemas.microsoft.com/office/drawing/2014/main" id="{0DF7FB08-52C9-464A-BCC5-6391AB658378}"/>
              </a:ext>
            </a:extLst>
          </p:cNvPr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2" name="object 123">
            <a:extLst>
              <a:ext uri="{FF2B5EF4-FFF2-40B4-BE49-F238E27FC236}">
                <a16:creationId xmlns:a16="http://schemas.microsoft.com/office/drawing/2014/main" id="{2722EEEA-C553-0247-9CEB-B1900D9AB3DC}"/>
              </a:ext>
            </a:extLst>
          </p:cNvPr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3" name="object 124">
            <a:extLst>
              <a:ext uri="{FF2B5EF4-FFF2-40B4-BE49-F238E27FC236}">
                <a16:creationId xmlns:a16="http://schemas.microsoft.com/office/drawing/2014/main" id="{FE0917B4-1D67-3B4F-9424-02E2260ECE30}"/>
              </a:ext>
            </a:extLst>
          </p:cNvPr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4" name="object 152">
            <a:extLst>
              <a:ext uri="{FF2B5EF4-FFF2-40B4-BE49-F238E27FC236}">
                <a16:creationId xmlns:a16="http://schemas.microsoft.com/office/drawing/2014/main" id="{8D31F13E-0E7B-D449-A2CE-86EA5DFDBF6B}"/>
              </a:ext>
            </a:extLst>
          </p:cNvPr>
          <p:cNvSpPr/>
          <p:nvPr/>
        </p:nvSpPr>
        <p:spPr>
          <a:xfrm>
            <a:off x="6056900" y="4700015"/>
            <a:ext cx="1134533" cy="223520"/>
          </a:xfrm>
          <a:custGeom>
            <a:avLst/>
            <a:gdLst/>
            <a:ahLst/>
            <a:cxnLst/>
            <a:rect l="l" t="t" r="r" b="b"/>
            <a:pathLst>
              <a:path w="850900" h="167639">
                <a:moveTo>
                  <a:pt x="0" y="167640"/>
                </a:moveTo>
                <a:lnTo>
                  <a:pt x="850391" y="167640"/>
                </a:lnTo>
                <a:lnTo>
                  <a:pt x="850391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EF4639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/>
              <p:nvPr/>
            </p:nvSpPr>
            <p:spPr>
              <a:xfrm>
                <a:off x="7264766" y="4650768"/>
                <a:ext cx="4389337" cy="263320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h𝑢𝑚𝑖𝑑𝑖𝑡𝑦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83.5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Cambria Math"/>
                        </a:rPr>
                        <m:t>0.94</m:t>
                      </m:r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66" y="4650768"/>
                <a:ext cx="4389337" cy="263320"/>
              </a:xfrm>
              <a:prstGeom prst="rect">
                <a:avLst/>
              </a:prstGeom>
              <a:blipFill>
                <a:blip r:embed="rId46"/>
                <a:stretch>
                  <a:fillRect l="-2023" t="-4762" b="-380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object 138">
            <a:extLst>
              <a:ext uri="{FF2B5EF4-FFF2-40B4-BE49-F238E27FC236}">
                <a16:creationId xmlns:a16="http://schemas.microsoft.com/office/drawing/2014/main" id="{B1582C00-86C8-444E-91BA-201C6FF6EF95}"/>
              </a:ext>
            </a:extLst>
          </p:cNvPr>
          <p:cNvSpPr/>
          <p:nvPr/>
        </p:nvSpPr>
        <p:spPr>
          <a:xfrm>
            <a:off x="3047508" y="3375152"/>
            <a:ext cx="1634067" cy="3027680"/>
          </a:xfrm>
          <a:custGeom>
            <a:avLst/>
            <a:gdLst/>
            <a:ahLst/>
            <a:cxnLst/>
            <a:rect l="l" t="t" r="r" b="b"/>
            <a:pathLst>
              <a:path w="1225550" h="2270760">
                <a:moveTo>
                  <a:pt x="0" y="2270760"/>
                </a:moveTo>
                <a:lnTo>
                  <a:pt x="1225296" y="2270760"/>
                </a:lnTo>
                <a:lnTo>
                  <a:pt x="1225296" y="0"/>
                </a:lnTo>
                <a:lnTo>
                  <a:pt x="0" y="0"/>
                </a:lnTo>
                <a:lnTo>
                  <a:pt x="0" y="2270760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1" name="object 139">
            <a:extLst>
              <a:ext uri="{FF2B5EF4-FFF2-40B4-BE49-F238E27FC236}">
                <a16:creationId xmlns:a16="http://schemas.microsoft.com/office/drawing/2014/main" id="{3976F19E-13C8-D740-9BAD-DE80E5F24104}"/>
              </a:ext>
            </a:extLst>
          </p:cNvPr>
          <p:cNvSpPr/>
          <p:nvPr/>
        </p:nvSpPr>
        <p:spPr>
          <a:xfrm>
            <a:off x="6671763" y="2347569"/>
            <a:ext cx="1134533" cy="304800"/>
          </a:xfrm>
          <a:custGeom>
            <a:avLst/>
            <a:gdLst/>
            <a:ahLst/>
            <a:cxnLst/>
            <a:rect l="l" t="t" r="r" b="b"/>
            <a:pathLst>
              <a:path w="850900" h="228600">
                <a:moveTo>
                  <a:pt x="0" y="228600"/>
                </a:moveTo>
                <a:lnTo>
                  <a:pt x="850392" y="228600"/>
                </a:lnTo>
                <a:lnTo>
                  <a:pt x="85039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379FF0-D2E0-A94D-B33F-32360B1A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6969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46" name="object 54">
            <a:extLst>
              <a:ext uri="{FF2B5EF4-FFF2-40B4-BE49-F238E27FC236}">
                <a16:creationId xmlns:a16="http://schemas.microsoft.com/office/drawing/2014/main" id="{85C8EC6D-FBF8-FC43-BF78-28B108DC289C}"/>
              </a:ext>
            </a:extLst>
          </p:cNvPr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55">
            <a:extLst>
              <a:ext uri="{FF2B5EF4-FFF2-40B4-BE49-F238E27FC236}">
                <a16:creationId xmlns:a16="http://schemas.microsoft.com/office/drawing/2014/main" id="{B5F2246D-D6B1-3D43-949F-6BC7704C6EEA}"/>
              </a:ext>
            </a:extLst>
          </p:cNvPr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56">
            <a:extLst>
              <a:ext uri="{FF2B5EF4-FFF2-40B4-BE49-F238E27FC236}">
                <a16:creationId xmlns:a16="http://schemas.microsoft.com/office/drawing/2014/main" id="{90DEA5B3-EB51-BF47-8578-740F11CE9976}"/>
              </a:ext>
            </a:extLst>
          </p:cNvPr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57">
            <a:extLst>
              <a:ext uri="{FF2B5EF4-FFF2-40B4-BE49-F238E27FC236}">
                <a16:creationId xmlns:a16="http://schemas.microsoft.com/office/drawing/2014/main" id="{3BEDD978-5072-0746-AB75-D4DB65899401}"/>
              </a:ext>
            </a:extLst>
          </p:cNvPr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58">
            <a:extLst>
              <a:ext uri="{FF2B5EF4-FFF2-40B4-BE49-F238E27FC236}">
                <a16:creationId xmlns:a16="http://schemas.microsoft.com/office/drawing/2014/main" id="{7FAEF5F5-E24B-7646-9B18-A65587A2B1A1}"/>
              </a:ext>
            </a:extLst>
          </p:cNvPr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59">
            <a:extLst>
              <a:ext uri="{FF2B5EF4-FFF2-40B4-BE49-F238E27FC236}">
                <a16:creationId xmlns:a16="http://schemas.microsoft.com/office/drawing/2014/main" id="{C0FC31F3-208E-054C-B688-C012AA0762AA}"/>
              </a:ext>
            </a:extLst>
          </p:cNvPr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60">
            <a:extLst>
              <a:ext uri="{FF2B5EF4-FFF2-40B4-BE49-F238E27FC236}">
                <a16:creationId xmlns:a16="http://schemas.microsoft.com/office/drawing/2014/main" id="{95C52772-5CEB-4644-B0BA-ACC13D8D7A68}"/>
              </a:ext>
            </a:extLst>
          </p:cNvPr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0" name="object 61">
            <a:extLst>
              <a:ext uri="{FF2B5EF4-FFF2-40B4-BE49-F238E27FC236}">
                <a16:creationId xmlns:a16="http://schemas.microsoft.com/office/drawing/2014/main" id="{1FF32A5F-A8D7-5B47-A9F9-CC5861420226}"/>
              </a:ext>
            </a:extLst>
          </p:cNvPr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1" name="object 62">
            <a:extLst>
              <a:ext uri="{FF2B5EF4-FFF2-40B4-BE49-F238E27FC236}">
                <a16:creationId xmlns:a16="http://schemas.microsoft.com/office/drawing/2014/main" id="{AAAC75CB-302F-2A46-A907-0A283C9E72AA}"/>
              </a:ext>
            </a:extLst>
          </p:cNvPr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2" name="object 63">
            <a:extLst>
              <a:ext uri="{FF2B5EF4-FFF2-40B4-BE49-F238E27FC236}">
                <a16:creationId xmlns:a16="http://schemas.microsoft.com/office/drawing/2014/main" id="{E013D8DD-5C25-5C4A-8E59-5D738218B244}"/>
              </a:ext>
            </a:extLst>
          </p:cNvPr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3" name="object 64">
            <a:extLst>
              <a:ext uri="{FF2B5EF4-FFF2-40B4-BE49-F238E27FC236}">
                <a16:creationId xmlns:a16="http://schemas.microsoft.com/office/drawing/2014/main" id="{DF6DC520-3B02-764C-A436-F15433D63A7E}"/>
              </a:ext>
            </a:extLst>
          </p:cNvPr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object 65">
            <a:extLst>
              <a:ext uri="{FF2B5EF4-FFF2-40B4-BE49-F238E27FC236}">
                <a16:creationId xmlns:a16="http://schemas.microsoft.com/office/drawing/2014/main" id="{7A059DAB-F144-EB41-ABEE-96943738FDDE}"/>
              </a:ext>
            </a:extLst>
          </p:cNvPr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5" name="object 66">
            <a:extLst>
              <a:ext uri="{FF2B5EF4-FFF2-40B4-BE49-F238E27FC236}">
                <a16:creationId xmlns:a16="http://schemas.microsoft.com/office/drawing/2014/main" id="{6E8E749D-14B8-5A40-AEC2-D95B57C9B7C6}"/>
              </a:ext>
            </a:extLst>
          </p:cNvPr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6" name="object 67">
            <a:extLst>
              <a:ext uri="{FF2B5EF4-FFF2-40B4-BE49-F238E27FC236}">
                <a16:creationId xmlns:a16="http://schemas.microsoft.com/office/drawing/2014/main" id="{DF081EC4-3980-D746-A591-D402C56DA5EE}"/>
              </a:ext>
            </a:extLst>
          </p:cNvPr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7" name="object 68">
            <a:extLst>
              <a:ext uri="{FF2B5EF4-FFF2-40B4-BE49-F238E27FC236}">
                <a16:creationId xmlns:a16="http://schemas.microsoft.com/office/drawing/2014/main" id="{8B9637A4-0D0F-E04A-9CBA-859A14FF35C2}"/>
              </a:ext>
            </a:extLst>
          </p:cNvPr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8" name="object 69">
            <a:extLst>
              <a:ext uri="{FF2B5EF4-FFF2-40B4-BE49-F238E27FC236}">
                <a16:creationId xmlns:a16="http://schemas.microsoft.com/office/drawing/2014/main" id="{D343B4F3-6874-D047-A114-3016C7B48BC0}"/>
              </a:ext>
            </a:extLst>
          </p:cNvPr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69" name="object 70">
            <a:extLst>
              <a:ext uri="{FF2B5EF4-FFF2-40B4-BE49-F238E27FC236}">
                <a16:creationId xmlns:a16="http://schemas.microsoft.com/office/drawing/2014/main" id="{58A1E0F7-3469-8B42-9F72-DA0B4E2E1198}"/>
              </a:ext>
            </a:extLst>
          </p:cNvPr>
          <p:cNvGraphicFramePr>
            <a:graphicFrameLocks noGrp="1"/>
          </p:cNvGraphicFramePr>
          <p:nvPr/>
        </p:nvGraphicFramePr>
        <p:xfrm>
          <a:off x="3048356" y="2983145"/>
          <a:ext cx="1632373" cy="341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object 71">
            <a:extLst>
              <a:ext uri="{FF2B5EF4-FFF2-40B4-BE49-F238E27FC236}">
                <a16:creationId xmlns:a16="http://schemas.microsoft.com/office/drawing/2014/main" id="{229D157C-E66E-D447-A911-809ED803EA24}"/>
              </a:ext>
            </a:extLst>
          </p:cNvPr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1" name="object 72">
            <a:extLst>
              <a:ext uri="{FF2B5EF4-FFF2-40B4-BE49-F238E27FC236}">
                <a16:creationId xmlns:a16="http://schemas.microsoft.com/office/drawing/2014/main" id="{6184B686-00B1-EB48-8810-392E60ECC8DF}"/>
              </a:ext>
            </a:extLst>
          </p:cNvPr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2" name="object 73">
            <a:extLst>
              <a:ext uri="{FF2B5EF4-FFF2-40B4-BE49-F238E27FC236}">
                <a16:creationId xmlns:a16="http://schemas.microsoft.com/office/drawing/2014/main" id="{3A4AE534-AE7A-D64B-BDB4-A309141C47DC}"/>
              </a:ext>
            </a:extLst>
          </p:cNvPr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3" name="object 74">
            <a:extLst>
              <a:ext uri="{FF2B5EF4-FFF2-40B4-BE49-F238E27FC236}">
                <a16:creationId xmlns:a16="http://schemas.microsoft.com/office/drawing/2014/main" id="{80BAB2FE-BD4F-164E-9767-68767DC53F68}"/>
              </a:ext>
            </a:extLst>
          </p:cNvPr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4" name="object 75">
            <a:extLst>
              <a:ext uri="{FF2B5EF4-FFF2-40B4-BE49-F238E27FC236}">
                <a16:creationId xmlns:a16="http://schemas.microsoft.com/office/drawing/2014/main" id="{80770502-B233-2441-8D87-2731A43C1FA2}"/>
              </a:ext>
            </a:extLst>
          </p:cNvPr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5" name="object 76">
            <a:extLst>
              <a:ext uri="{FF2B5EF4-FFF2-40B4-BE49-F238E27FC236}">
                <a16:creationId xmlns:a16="http://schemas.microsoft.com/office/drawing/2014/main" id="{9E031F7C-5B58-7F46-8A61-297B159F1C85}"/>
              </a:ext>
            </a:extLst>
          </p:cNvPr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6" name="object 77">
            <a:extLst>
              <a:ext uri="{FF2B5EF4-FFF2-40B4-BE49-F238E27FC236}">
                <a16:creationId xmlns:a16="http://schemas.microsoft.com/office/drawing/2014/main" id="{D6FB6467-9DF8-CE46-A72B-519260EF5C90}"/>
              </a:ext>
            </a:extLst>
          </p:cNvPr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7" name="object 78">
            <a:extLst>
              <a:ext uri="{FF2B5EF4-FFF2-40B4-BE49-F238E27FC236}">
                <a16:creationId xmlns:a16="http://schemas.microsoft.com/office/drawing/2014/main" id="{C9A9233B-4537-DA48-963E-ADED8019B3C3}"/>
              </a:ext>
            </a:extLst>
          </p:cNvPr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8" name="object 79">
            <a:extLst>
              <a:ext uri="{FF2B5EF4-FFF2-40B4-BE49-F238E27FC236}">
                <a16:creationId xmlns:a16="http://schemas.microsoft.com/office/drawing/2014/main" id="{8DD79752-AD73-4A4B-A395-D26CD4FADF54}"/>
              </a:ext>
            </a:extLst>
          </p:cNvPr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9" name="object 80">
            <a:extLst>
              <a:ext uri="{FF2B5EF4-FFF2-40B4-BE49-F238E27FC236}">
                <a16:creationId xmlns:a16="http://schemas.microsoft.com/office/drawing/2014/main" id="{44B4E838-C135-EB4E-BECE-9B8427CDC3C9}"/>
              </a:ext>
            </a:extLst>
          </p:cNvPr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0" name="object 81">
            <a:extLst>
              <a:ext uri="{FF2B5EF4-FFF2-40B4-BE49-F238E27FC236}">
                <a16:creationId xmlns:a16="http://schemas.microsoft.com/office/drawing/2014/main" id="{42BAC58B-799F-184F-A330-90117950928B}"/>
              </a:ext>
            </a:extLst>
          </p:cNvPr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1" name="object 82">
            <a:extLst>
              <a:ext uri="{FF2B5EF4-FFF2-40B4-BE49-F238E27FC236}">
                <a16:creationId xmlns:a16="http://schemas.microsoft.com/office/drawing/2014/main" id="{E06774CE-F94F-2F46-B495-B2B0883FC13A}"/>
              </a:ext>
            </a:extLst>
          </p:cNvPr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2" name="object 83">
            <a:extLst>
              <a:ext uri="{FF2B5EF4-FFF2-40B4-BE49-F238E27FC236}">
                <a16:creationId xmlns:a16="http://schemas.microsoft.com/office/drawing/2014/main" id="{0C7E6707-4A4C-9A4E-B350-6B8D08B85531}"/>
              </a:ext>
            </a:extLst>
          </p:cNvPr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3" name="object 84">
            <a:extLst>
              <a:ext uri="{FF2B5EF4-FFF2-40B4-BE49-F238E27FC236}">
                <a16:creationId xmlns:a16="http://schemas.microsoft.com/office/drawing/2014/main" id="{851F7321-EA36-A449-B4D1-903C3C332EAF}"/>
              </a:ext>
            </a:extLst>
          </p:cNvPr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85">
            <a:extLst>
              <a:ext uri="{FF2B5EF4-FFF2-40B4-BE49-F238E27FC236}">
                <a16:creationId xmlns:a16="http://schemas.microsoft.com/office/drawing/2014/main" id="{239AD6C6-BD2C-174D-9B36-4B70065E6D12}"/>
              </a:ext>
            </a:extLst>
          </p:cNvPr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5" name="object 86">
            <a:extLst>
              <a:ext uri="{FF2B5EF4-FFF2-40B4-BE49-F238E27FC236}">
                <a16:creationId xmlns:a16="http://schemas.microsoft.com/office/drawing/2014/main" id="{F3E2F6C3-D88D-D040-B5FE-F60F50138DC6}"/>
              </a:ext>
            </a:extLst>
          </p:cNvPr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6" name="object 87">
            <a:extLst>
              <a:ext uri="{FF2B5EF4-FFF2-40B4-BE49-F238E27FC236}">
                <a16:creationId xmlns:a16="http://schemas.microsoft.com/office/drawing/2014/main" id="{7AE891F6-2D7F-844A-BD40-1F9E133B4DF5}"/>
              </a:ext>
            </a:extLst>
          </p:cNvPr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7" name="object 88">
            <a:extLst>
              <a:ext uri="{FF2B5EF4-FFF2-40B4-BE49-F238E27FC236}">
                <a16:creationId xmlns:a16="http://schemas.microsoft.com/office/drawing/2014/main" id="{9120806C-3D24-CB41-A360-AAA5FA6E8FF8}"/>
              </a:ext>
            </a:extLst>
          </p:cNvPr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8" name="object 89">
            <a:extLst>
              <a:ext uri="{FF2B5EF4-FFF2-40B4-BE49-F238E27FC236}">
                <a16:creationId xmlns:a16="http://schemas.microsoft.com/office/drawing/2014/main" id="{EA2E8710-12ED-064E-90F3-0A0B69C69664}"/>
              </a:ext>
            </a:extLst>
          </p:cNvPr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9" name="object 90">
            <a:extLst>
              <a:ext uri="{FF2B5EF4-FFF2-40B4-BE49-F238E27FC236}">
                <a16:creationId xmlns:a16="http://schemas.microsoft.com/office/drawing/2014/main" id="{ABCD50CB-65C3-4B40-8BB5-443B9AFE79C5}"/>
              </a:ext>
            </a:extLst>
          </p:cNvPr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0" name="object 91">
            <a:extLst>
              <a:ext uri="{FF2B5EF4-FFF2-40B4-BE49-F238E27FC236}">
                <a16:creationId xmlns:a16="http://schemas.microsoft.com/office/drawing/2014/main" id="{504B5756-52EB-A040-A97A-6F89AFE5567A}"/>
              </a:ext>
            </a:extLst>
          </p:cNvPr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1" name="object 92">
            <a:extLst>
              <a:ext uri="{FF2B5EF4-FFF2-40B4-BE49-F238E27FC236}">
                <a16:creationId xmlns:a16="http://schemas.microsoft.com/office/drawing/2014/main" id="{3C585604-C9DC-1743-9E8E-72A5786A36C4}"/>
              </a:ext>
            </a:extLst>
          </p:cNvPr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2" name="object 93">
            <a:extLst>
              <a:ext uri="{FF2B5EF4-FFF2-40B4-BE49-F238E27FC236}">
                <a16:creationId xmlns:a16="http://schemas.microsoft.com/office/drawing/2014/main" id="{9D4B7A9C-8FE7-6A47-92FA-1752F42789C3}"/>
              </a:ext>
            </a:extLst>
          </p:cNvPr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3" name="object 94">
            <a:extLst>
              <a:ext uri="{FF2B5EF4-FFF2-40B4-BE49-F238E27FC236}">
                <a16:creationId xmlns:a16="http://schemas.microsoft.com/office/drawing/2014/main" id="{F0B5A83A-C261-7748-9119-A47E88D9632D}"/>
              </a:ext>
            </a:extLst>
          </p:cNvPr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4" name="object 95">
            <a:extLst>
              <a:ext uri="{FF2B5EF4-FFF2-40B4-BE49-F238E27FC236}">
                <a16:creationId xmlns:a16="http://schemas.microsoft.com/office/drawing/2014/main" id="{9026273E-8915-1E4E-9BAB-0505FE77EBE9}"/>
              </a:ext>
            </a:extLst>
          </p:cNvPr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5" name="object 96">
            <a:extLst>
              <a:ext uri="{FF2B5EF4-FFF2-40B4-BE49-F238E27FC236}">
                <a16:creationId xmlns:a16="http://schemas.microsoft.com/office/drawing/2014/main" id="{81242205-A7BC-2E43-9B87-15A832DE6FD8}"/>
              </a:ext>
            </a:extLst>
          </p:cNvPr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6" name="object 97">
            <a:extLst>
              <a:ext uri="{FF2B5EF4-FFF2-40B4-BE49-F238E27FC236}">
                <a16:creationId xmlns:a16="http://schemas.microsoft.com/office/drawing/2014/main" id="{A085F8F2-4277-EE44-B86D-F61F2220715B}"/>
              </a:ext>
            </a:extLst>
          </p:cNvPr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7" name="object 98">
            <a:extLst>
              <a:ext uri="{FF2B5EF4-FFF2-40B4-BE49-F238E27FC236}">
                <a16:creationId xmlns:a16="http://schemas.microsoft.com/office/drawing/2014/main" id="{0FF5D3FC-960B-B641-9074-0F40049B8414}"/>
              </a:ext>
            </a:extLst>
          </p:cNvPr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8" name="object 99">
            <a:extLst>
              <a:ext uri="{FF2B5EF4-FFF2-40B4-BE49-F238E27FC236}">
                <a16:creationId xmlns:a16="http://schemas.microsoft.com/office/drawing/2014/main" id="{D036F813-49AB-3041-9780-937D2D3F6454}"/>
              </a:ext>
            </a:extLst>
          </p:cNvPr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C1422089-0ECE-9848-975B-231BB0C19278}"/>
              </a:ext>
            </a:extLst>
          </p:cNvPr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0" name="object 101">
            <a:extLst>
              <a:ext uri="{FF2B5EF4-FFF2-40B4-BE49-F238E27FC236}">
                <a16:creationId xmlns:a16="http://schemas.microsoft.com/office/drawing/2014/main" id="{24DFF03B-AF8B-DE47-BB9F-B2C119A644F8}"/>
              </a:ext>
            </a:extLst>
          </p:cNvPr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1" name="object 102">
            <a:extLst>
              <a:ext uri="{FF2B5EF4-FFF2-40B4-BE49-F238E27FC236}">
                <a16:creationId xmlns:a16="http://schemas.microsoft.com/office/drawing/2014/main" id="{5F54BD6A-BC4B-3045-A0B6-CC972A0DA095}"/>
              </a:ext>
            </a:extLst>
          </p:cNvPr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2" name="object 103">
            <a:extLst>
              <a:ext uri="{FF2B5EF4-FFF2-40B4-BE49-F238E27FC236}">
                <a16:creationId xmlns:a16="http://schemas.microsoft.com/office/drawing/2014/main" id="{1DE9BE7B-1B00-BE4F-9DB0-2D0A088E5220}"/>
              </a:ext>
            </a:extLst>
          </p:cNvPr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3" name="object 104">
            <a:extLst>
              <a:ext uri="{FF2B5EF4-FFF2-40B4-BE49-F238E27FC236}">
                <a16:creationId xmlns:a16="http://schemas.microsoft.com/office/drawing/2014/main" id="{D319E463-C32A-4244-9CC4-B7DB78DC87A6}"/>
              </a:ext>
            </a:extLst>
          </p:cNvPr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4" name="object 105">
            <a:extLst>
              <a:ext uri="{FF2B5EF4-FFF2-40B4-BE49-F238E27FC236}">
                <a16:creationId xmlns:a16="http://schemas.microsoft.com/office/drawing/2014/main" id="{6927CE80-520D-2B4B-8D30-21C8D93E6589}"/>
              </a:ext>
            </a:extLst>
          </p:cNvPr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5" name="object 106">
            <a:extLst>
              <a:ext uri="{FF2B5EF4-FFF2-40B4-BE49-F238E27FC236}">
                <a16:creationId xmlns:a16="http://schemas.microsoft.com/office/drawing/2014/main" id="{9BCCFE4D-0B3F-F349-BDDE-8B150465F8FB}"/>
              </a:ext>
            </a:extLst>
          </p:cNvPr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6" name="object 107">
            <a:extLst>
              <a:ext uri="{FF2B5EF4-FFF2-40B4-BE49-F238E27FC236}">
                <a16:creationId xmlns:a16="http://schemas.microsoft.com/office/drawing/2014/main" id="{E729D938-78D8-0D4E-B528-014BB1E5ED96}"/>
              </a:ext>
            </a:extLst>
          </p:cNvPr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7" name="object 108">
            <a:extLst>
              <a:ext uri="{FF2B5EF4-FFF2-40B4-BE49-F238E27FC236}">
                <a16:creationId xmlns:a16="http://schemas.microsoft.com/office/drawing/2014/main" id="{2DC6AEB1-B962-A544-95AA-28ED09A4A1E8}"/>
              </a:ext>
            </a:extLst>
          </p:cNvPr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8" name="object 109">
            <a:extLst>
              <a:ext uri="{FF2B5EF4-FFF2-40B4-BE49-F238E27FC236}">
                <a16:creationId xmlns:a16="http://schemas.microsoft.com/office/drawing/2014/main" id="{772875E6-F340-4043-8F44-B4A85A7B05ED}"/>
              </a:ext>
            </a:extLst>
          </p:cNvPr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9" name="object 110">
            <a:extLst>
              <a:ext uri="{FF2B5EF4-FFF2-40B4-BE49-F238E27FC236}">
                <a16:creationId xmlns:a16="http://schemas.microsoft.com/office/drawing/2014/main" id="{8C99ADB2-4D3B-BB47-8286-CCD274EFF7DF}"/>
              </a:ext>
            </a:extLst>
          </p:cNvPr>
          <p:cNvGraphicFramePr>
            <a:graphicFrameLocks noGrp="1"/>
          </p:cNvGraphicFramePr>
          <p:nvPr/>
        </p:nvGraphicFramePr>
        <p:xfrm>
          <a:off x="6047331" y="2978065"/>
          <a:ext cx="1131992" cy="3276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7E7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7E7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10" name="object 111">
            <a:extLst>
              <a:ext uri="{FF2B5EF4-FFF2-40B4-BE49-F238E27FC236}">
                <a16:creationId xmlns:a16="http://schemas.microsoft.com/office/drawing/2014/main" id="{FC8DFF4A-1B6B-0944-9769-C1B7291B2B84}"/>
              </a:ext>
            </a:extLst>
          </p:cNvPr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EB110876-9B64-1142-8B4F-D9632D78A703}"/>
              </a:ext>
            </a:extLst>
          </p:cNvPr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2" name="object 113">
            <a:extLst>
              <a:ext uri="{FF2B5EF4-FFF2-40B4-BE49-F238E27FC236}">
                <a16:creationId xmlns:a16="http://schemas.microsoft.com/office/drawing/2014/main" id="{2A1B6632-0689-AF45-B7E9-A9D8A43379DA}"/>
              </a:ext>
            </a:extLst>
          </p:cNvPr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3" name="object 114">
            <a:extLst>
              <a:ext uri="{FF2B5EF4-FFF2-40B4-BE49-F238E27FC236}">
                <a16:creationId xmlns:a16="http://schemas.microsoft.com/office/drawing/2014/main" id="{729C932E-AEA5-D348-A1FF-A3B1687F5ADF}"/>
              </a:ext>
            </a:extLst>
          </p:cNvPr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4" name="object 115">
            <a:extLst>
              <a:ext uri="{FF2B5EF4-FFF2-40B4-BE49-F238E27FC236}">
                <a16:creationId xmlns:a16="http://schemas.microsoft.com/office/drawing/2014/main" id="{F731FD31-25A8-A342-AA63-84D8495B0F4F}"/>
              </a:ext>
            </a:extLst>
          </p:cNvPr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5" name="object 116">
            <a:extLst>
              <a:ext uri="{FF2B5EF4-FFF2-40B4-BE49-F238E27FC236}">
                <a16:creationId xmlns:a16="http://schemas.microsoft.com/office/drawing/2014/main" id="{E8485CA4-062A-654A-9F4A-A920C46522EA}"/>
              </a:ext>
            </a:extLst>
          </p:cNvPr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6" name="object 117">
            <a:extLst>
              <a:ext uri="{FF2B5EF4-FFF2-40B4-BE49-F238E27FC236}">
                <a16:creationId xmlns:a16="http://schemas.microsoft.com/office/drawing/2014/main" id="{20BBCD59-C36A-204E-A1AA-B5D48A96C9B0}"/>
              </a:ext>
            </a:extLst>
          </p:cNvPr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7" name="object 118">
            <a:extLst>
              <a:ext uri="{FF2B5EF4-FFF2-40B4-BE49-F238E27FC236}">
                <a16:creationId xmlns:a16="http://schemas.microsoft.com/office/drawing/2014/main" id="{D615F20F-152D-2241-8F04-A8BFC841053A}"/>
              </a:ext>
            </a:extLst>
          </p:cNvPr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8" name="object 119">
            <a:extLst>
              <a:ext uri="{FF2B5EF4-FFF2-40B4-BE49-F238E27FC236}">
                <a16:creationId xmlns:a16="http://schemas.microsoft.com/office/drawing/2014/main" id="{8C49DD7F-DAF0-4D49-95B4-073BD6CAC7A0}"/>
              </a:ext>
            </a:extLst>
          </p:cNvPr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9" name="object 120">
            <a:extLst>
              <a:ext uri="{FF2B5EF4-FFF2-40B4-BE49-F238E27FC236}">
                <a16:creationId xmlns:a16="http://schemas.microsoft.com/office/drawing/2014/main" id="{1C8F1971-3983-A342-BC1F-A0548F82E6A7}"/>
              </a:ext>
            </a:extLst>
          </p:cNvPr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0" name="object 121">
            <a:extLst>
              <a:ext uri="{FF2B5EF4-FFF2-40B4-BE49-F238E27FC236}">
                <a16:creationId xmlns:a16="http://schemas.microsoft.com/office/drawing/2014/main" id="{CF3D4832-0C21-CE4A-B7D4-E6ACBA54E170}"/>
              </a:ext>
            </a:extLst>
          </p:cNvPr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1" name="object 122">
            <a:extLst>
              <a:ext uri="{FF2B5EF4-FFF2-40B4-BE49-F238E27FC236}">
                <a16:creationId xmlns:a16="http://schemas.microsoft.com/office/drawing/2014/main" id="{0DF7FB08-52C9-464A-BCC5-6391AB658378}"/>
              </a:ext>
            </a:extLst>
          </p:cNvPr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2" name="object 123">
            <a:extLst>
              <a:ext uri="{FF2B5EF4-FFF2-40B4-BE49-F238E27FC236}">
                <a16:creationId xmlns:a16="http://schemas.microsoft.com/office/drawing/2014/main" id="{2722EEEA-C553-0247-9CEB-B1900D9AB3DC}"/>
              </a:ext>
            </a:extLst>
          </p:cNvPr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3" name="object 124">
            <a:extLst>
              <a:ext uri="{FF2B5EF4-FFF2-40B4-BE49-F238E27FC236}">
                <a16:creationId xmlns:a16="http://schemas.microsoft.com/office/drawing/2014/main" id="{FE0917B4-1D67-3B4F-9424-02E2260ECE30}"/>
              </a:ext>
            </a:extLst>
          </p:cNvPr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4" name="object 152">
            <a:extLst>
              <a:ext uri="{FF2B5EF4-FFF2-40B4-BE49-F238E27FC236}">
                <a16:creationId xmlns:a16="http://schemas.microsoft.com/office/drawing/2014/main" id="{8D31F13E-0E7B-D449-A2CE-86EA5DFDBF6B}"/>
              </a:ext>
            </a:extLst>
          </p:cNvPr>
          <p:cNvSpPr/>
          <p:nvPr/>
        </p:nvSpPr>
        <p:spPr>
          <a:xfrm>
            <a:off x="6056900" y="4700015"/>
            <a:ext cx="1134533" cy="223520"/>
          </a:xfrm>
          <a:custGeom>
            <a:avLst/>
            <a:gdLst/>
            <a:ahLst/>
            <a:cxnLst/>
            <a:rect l="l" t="t" r="r" b="b"/>
            <a:pathLst>
              <a:path w="850900" h="167639">
                <a:moveTo>
                  <a:pt x="0" y="167640"/>
                </a:moveTo>
                <a:lnTo>
                  <a:pt x="850391" y="167640"/>
                </a:lnTo>
                <a:lnTo>
                  <a:pt x="850391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EF4639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/>
              <p:nvPr/>
            </p:nvSpPr>
            <p:spPr>
              <a:xfrm>
                <a:off x="7264766" y="4519280"/>
                <a:ext cx="4389337" cy="476520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h𝑢𝑚𝑖𝑑𝑖𝑡𝑦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83.5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Cambria Math"/>
                        </a:rPr>
                        <m:t>0.94−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∙0.59</m:t>
                      </m:r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66" y="4519280"/>
                <a:ext cx="4389337" cy="476520"/>
              </a:xfrm>
              <a:prstGeom prst="rect">
                <a:avLst/>
              </a:prstGeom>
              <a:blipFill>
                <a:blip r:embed="rId46"/>
                <a:stretch>
                  <a:fillRect l="-2023" b="-102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140">
            <a:extLst>
              <a:ext uri="{FF2B5EF4-FFF2-40B4-BE49-F238E27FC236}">
                <a16:creationId xmlns:a16="http://schemas.microsoft.com/office/drawing/2014/main" id="{2A7EEC22-ADA9-154E-9259-529840D70BFF}"/>
              </a:ext>
            </a:extLst>
          </p:cNvPr>
          <p:cNvSpPr/>
          <p:nvPr/>
        </p:nvSpPr>
        <p:spPr>
          <a:xfrm>
            <a:off x="3047508" y="3363199"/>
            <a:ext cx="1634067" cy="1495311"/>
          </a:xfrm>
          <a:custGeom>
            <a:avLst/>
            <a:gdLst/>
            <a:ahLst/>
            <a:cxnLst/>
            <a:rect l="l" t="t" r="r" b="b"/>
            <a:pathLst>
              <a:path w="1225550" h="1153795">
                <a:moveTo>
                  <a:pt x="0" y="1153668"/>
                </a:moveTo>
                <a:lnTo>
                  <a:pt x="1225296" y="1153668"/>
                </a:lnTo>
                <a:lnTo>
                  <a:pt x="1225296" y="0"/>
                </a:lnTo>
                <a:lnTo>
                  <a:pt x="0" y="0"/>
                </a:lnTo>
                <a:lnTo>
                  <a:pt x="0" y="1153668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41">
            <a:extLst>
              <a:ext uri="{FF2B5EF4-FFF2-40B4-BE49-F238E27FC236}">
                <a16:creationId xmlns:a16="http://schemas.microsoft.com/office/drawing/2014/main" id="{B9B204C9-C606-F84A-9669-C7D355F1EE1D}"/>
              </a:ext>
            </a:extLst>
          </p:cNvPr>
          <p:cNvSpPr/>
          <p:nvPr/>
        </p:nvSpPr>
        <p:spPr>
          <a:xfrm>
            <a:off x="7998200" y="2195979"/>
            <a:ext cx="1879600" cy="577427"/>
          </a:xfrm>
          <a:custGeom>
            <a:avLst/>
            <a:gdLst/>
            <a:ahLst/>
            <a:cxnLst/>
            <a:rect l="l" t="t" r="r" b="b"/>
            <a:pathLst>
              <a:path w="1409700" h="433069">
                <a:moveTo>
                  <a:pt x="0" y="432816"/>
                </a:moveTo>
                <a:lnTo>
                  <a:pt x="1409700" y="432816"/>
                </a:lnTo>
                <a:lnTo>
                  <a:pt x="1409700" y="0"/>
                </a:lnTo>
                <a:lnTo>
                  <a:pt x="0" y="0"/>
                </a:lnTo>
                <a:lnTo>
                  <a:pt x="0" y="432816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6CB898-5FDB-5F4B-8FAE-6B9D9711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1221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46" name="object 54">
            <a:extLst>
              <a:ext uri="{FF2B5EF4-FFF2-40B4-BE49-F238E27FC236}">
                <a16:creationId xmlns:a16="http://schemas.microsoft.com/office/drawing/2014/main" id="{85C8EC6D-FBF8-FC43-BF78-28B108DC289C}"/>
              </a:ext>
            </a:extLst>
          </p:cNvPr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55">
            <a:extLst>
              <a:ext uri="{FF2B5EF4-FFF2-40B4-BE49-F238E27FC236}">
                <a16:creationId xmlns:a16="http://schemas.microsoft.com/office/drawing/2014/main" id="{B5F2246D-D6B1-3D43-949F-6BC7704C6EEA}"/>
              </a:ext>
            </a:extLst>
          </p:cNvPr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56">
            <a:extLst>
              <a:ext uri="{FF2B5EF4-FFF2-40B4-BE49-F238E27FC236}">
                <a16:creationId xmlns:a16="http://schemas.microsoft.com/office/drawing/2014/main" id="{90DEA5B3-EB51-BF47-8578-740F11CE9976}"/>
              </a:ext>
            </a:extLst>
          </p:cNvPr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57">
            <a:extLst>
              <a:ext uri="{FF2B5EF4-FFF2-40B4-BE49-F238E27FC236}">
                <a16:creationId xmlns:a16="http://schemas.microsoft.com/office/drawing/2014/main" id="{3BEDD978-5072-0746-AB75-D4DB65899401}"/>
              </a:ext>
            </a:extLst>
          </p:cNvPr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58">
            <a:extLst>
              <a:ext uri="{FF2B5EF4-FFF2-40B4-BE49-F238E27FC236}">
                <a16:creationId xmlns:a16="http://schemas.microsoft.com/office/drawing/2014/main" id="{7FAEF5F5-E24B-7646-9B18-A65587A2B1A1}"/>
              </a:ext>
            </a:extLst>
          </p:cNvPr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59">
            <a:extLst>
              <a:ext uri="{FF2B5EF4-FFF2-40B4-BE49-F238E27FC236}">
                <a16:creationId xmlns:a16="http://schemas.microsoft.com/office/drawing/2014/main" id="{C0FC31F3-208E-054C-B688-C012AA0762AA}"/>
              </a:ext>
            </a:extLst>
          </p:cNvPr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60">
            <a:extLst>
              <a:ext uri="{FF2B5EF4-FFF2-40B4-BE49-F238E27FC236}">
                <a16:creationId xmlns:a16="http://schemas.microsoft.com/office/drawing/2014/main" id="{95C52772-5CEB-4644-B0BA-ACC13D8D7A68}"/>
              </a:ext>
            </a:extLst>
          </p:cNvPr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0" name="object 61">
            <a:extLst>
              <a:ext uri="{FF2B5EF4-FFF2-40B4-BE49-F238E27FC236}">
                <a16:creationId xmlns:a16="http://schemas.microsoft.com/office/drawing/2014/main" id="{1FF32A5F-A8D7-5B47-A9F9-CC5861420226}"/>
              </a:ext>
            </a:extLst>
          </p:cNvPr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1" name="object 62">
            <a:extLst>
              <a:ext uri="{FF2B5EF4-FFF2-40B4-BE49-F238E27FC236}">
                <a16:creationId xmlns:a16="http://schemas.microsoft.com/office/drawing/2014/main" id="{AAAC75CB-302F-2A46-A907-0A283C9E72AA}"/>
              </a:ext>
            </a:extLst>
          </p:cNvPr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2" name="object 63">
            <a:extLst>
              <a:ext uri="{FF2B5EF4-FFF2-40B4-BE49-F238E27FC236}">
                <a16:creationId xmlns:a16="http://schemas.microsoft.com/office/drawing/2014/main" id="{E013D8DD-5C25-5C4A-8E59-5D738218B244}"/>
              </a:ext>
            </a:extLst>
          </p:cNvPr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3" name="object 64">
            <a:extLst>
              <a:ext uri="{FF2B5EF4-FFF2-40B4-BE49-F238E27FC236}">
                <a16:creationId xmlns:a16="http://schemas.microsoft.com/office/drawing/2014/main" id="{DF6DC520-3B02-764C-A436-F15433D63A7E}"/>
              </a:ext>
            </a:extLst>
          </p:cNvPr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object 65">
            <a:extLst>
              <a:ext uri="{FF2B5EF4-FFF2-40B4-BE49-F238E27FC236}">
                <a16:creationId xmlns:a16="http://schemas.microsoft.com/office/drawing/2014/main" id="{7A059DAB-F144-EB41-ABEE-96943738FDDE}"/>
              </a:ext>
            </a:extLst>
          </p:cNvPr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5" name="object 66">
            <a:extLst>
              <a:ext uri="{FF2B5EF4-FFF2-40B4-BE49-F238E27FC236}">
                <a16:creationId xmlns:a16="http://schemas.microsoft.com/office/drawing/2014/main" id="{6E8E749D-14B8-5A40-AEC2-D95B57C9B7C6}"/>
              </a:ext>
            </a:extLst>
          </p:cNvPr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6" name="object 67">
            <a:extLst>
              <a:ext uri="{FF2B5EF4-FFF2-40B4-BE49-F238E27FC236}">
                <a16:creationId xmlns:a16="http://schemas.microsoft.com/office/drawing/2014/main" id="{DF081EC4-3980-D746-A591-D402C56DA5EE}"/>
              </a:ext>
            </a:extLst>
          </p:cNvPr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7" name="object 68">
            <a:extLst>
              <a:ext uri="{FF2B5EF4-FFF2-40B4-BE49-F238E27FC236}">
                <a16:creationId xmlns:a16="http://schemas.microsoft.com/office/drawing/2014/main" id="{8B9637A4-0D0F-E04A-9CBA-859A14FF35C2}"/>
              </a:ext>
            </a:extLst>
          </p:cNvPr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8" name="object 69">
            <a:extLst>
              <a:ext uri="{FF2B5EF4-FFF2-40B4-BE49-F238E27FC236}">
                <a16:creationId xmlns:a16="http://schemas.microsoft.com/office/drawing/2014/main" id="{D343B4F3-6874-D047-A114-3016C7B48BC0}"/>
              </a:ext>
            </a:extLst>
          </p:cNvPr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69" name="object 70">
            <a:extLst>
              <a:ext uri="{FF2B5EF4-FFF2-40B4-BE49-F238E27FC236}">
                <a16:creationId xmlns:a16="http://schemas.microsoft.com/office/drawing/2014/main" id="{58A1E0F7-3469-8B42-9F72-DA0B4E2E1198}"/>
              </a:ext>
            </a:extLst>
          </p:cNvPr>
          <p:cNvGraphicFramePr>
            <a:graphicFrameLocks noGrp="1"/>
          </p:cNvGraphicFramePr>
          <p:nvPr/>
        </p:nvGraphicFramePr>
        <p:xfrm>
          <a:off x="3048356" y="2983145"/>
          <a:ext cx="1632373" cy="341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object 71">
            <a:extLst>
              <a:ext uri="{FF2B5EF4-FFF2-40B4-BE49-F238E27FC236}">
                <a16:creationId xmlns:a16="http://schemas.microsoft.com/office/drawing/2014/main" id="{229D157C-E66E-D447-A911-809ED803EA24}"/>
              </a:ext>
            </a:extLst>
          </p:cNvPr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1" name="object 72">
            <a:extLst>
              <a:ext uri="{FF2B5EF4-FFF2-40B4-BE49-F238E27FC236}">
                <a16:creationId xmlns:a16="http://schemas.microsoft.com/office/drawing/2014/main" id="{6184B686-00B1-EB48-8810-392E60ECC8DF}"/>
              </a:ext>
            </a:extLst>
          </p:cNvPr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2" name="object 73">
            <a:extLst>
              <a:ext uri="{FF2B5EF4-FFF2-40B4-BE49-F238E27FC236}">
                <a16:creationId xmlns:a16="http://schemas.microsoft.com/office/drawing/2014/main" id="{3A4AE534-AE7A-D64B-BDB4-A309141C47DC}"/>
              </a:ext>
            </a:extLst>
          </p:cNvPr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3" name="object 74">
            <a:extLst>
              <a:ext uri="{FF2B5EF4-FFF2-40B4-BE49-F238E27FC236}">
                <a16:creationId xmlns:a16="http://schemas.microsoft.com/office/drawing/2014/main" id="{80BAB2FE-BD4F-164E-9767-68767DC53F68}"/>
              </a:ext>
            </a:extLst>
          </p:cNvPr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4" name="object 75">
            <a:extLst>
              <a:ext uri="{FF2B5EF4-FFF2-40B4-BE49-F238E27FC236}">
                <a16:creationId xmlns:a16="http://schemas.microsoft.com/office/drawing/2014/main" id="{80770502-B233-2441-8D87-2731A43C1FA2}"/>
              </a:ext>
            </a:extLst>
          </p:cNvPr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5" name="object 76">
            <a:extLst>
              <a:ext uri="{FF2B5EF4-FFF2-40B4-BE49-F238E27FC236}">
                <a16:creationId xmlns:a16="http://schemas.microsoft.com/office/drawing/2014/main" id="{9E031F7C-5B58-7F46-8A61-297B159F1C85}"/>
              </a:ext>
            </a:extLst>
          </p:cNvPr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6" name="object 77">
            <a:extLst>
              <a:ext uri="{FF2B5EF4-FFF2-40B4-BE49-F238E27FC236}">
                <a16:creationId xmlns:a16="http://schemas.microsoft.com/office/drawing/2014/main" id="{D6FB6467-9DF8-CE46-A72B-519260EF5C90}"/>
              </a:ext>
            </a:extLst>
          </p:cNvPr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7" name="object 78">
            <a:extLst>
              <a:ext uri="{FF2B5EF4-FFF2-40B4-BE49-F238E27FC236}">
                <a16:creationId xmlns:a16="http://schemas.microsoft.com/office/drawing/2014/main" id="{C9A9233B-4537-DA48-963E-ADED8019B3C3}"/>
              </a:ext>
            </a:extLst>
          </p:cNvPr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8" name="object 79">
            <a:extLst>
              <a:ext uri="{FF2B5EF4-FFF2-40B4-BE49-F238E27FC236}">
                <a16:creationId xmlns:a16="http://schemas.microsoft.com/office/drawing/2014/main" id="{8DD79752-AD73-4A4B-A395-D26CD4FADF54}"/>
              </a:ext>
            </a:extLst>
          </p:cNvPr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9" name="object 80">
            <a:extLst>
              <a:ext uri="{FF2B5EF4-FFF2-40B4-BE49-F238E27FC236}">
                <a16:creationId xmlns:a16="http://schemas.microsoft.com/office/drawing/2014/main" id="{44B4E838-C135-EB4E-BECE-9B8427CDC3C9}"/>
              </a:ext>
            </a:extLst>
          </p:cNvPr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0" name="object 81">
            <a:extLst>
              <a:ext uri="{FF2B5EF4-FFF2-40B4-BE49-F238E27FC236}">
                <a16:creationId xmlns:a16="http://schemas.microsoft.com/office/drawing/2014/main" id="{42BAC58B-799F-184F-A330-90117950928B}"/>
              </a:ext>
            </a:extLst>
          </p:cNvPr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1" name="object 82">
            <a:extLst>
              <a:ext uri="{FF2B5EF4-FFF2-40B4-BE49-F238E27FC236}">
                <a16:creationId xmlns:a16="http://schemas.microsoft.com/office/drawing/2014/main" id="{E06774CE-F94F-2F46-B495-B2B0883FC13A}"/>
              </a:ext>
            </a:extLst>
          </p:cNvPr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2" name="object 83">
            <a:extLst>
              <a:ext uri="{FF2B5EF4-FFF2-40B4-BE49-F238E27FC236}">
                <a16:creationId xmlns:a16="http://schemas.microsoft.com/office/drawing/2014/main" id="{0C7E6707-4A4C-9A4E-B350-6B8D08B85531}"/>
              </a:ext>
            </a:extLst>
          </p:cNvPr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3" name="object 84">
            <a:extLst>
              <a:ext uri="{FF2B5EF4-FFF2-40B4-BE49-F238E27FC236}">
                <a16:creationId xmlns:a16="http://schemas.microsoft.com/office/drawing/2014/main" id="{851F7321-EA36-A449-B4D1-903C3C332EAF}"/>
              </a:ext>
            </a:extLst>
          </p:cNvPr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85">
            <a:extLst>
              <a:ext uri="{FF2B5EF4-FFF2-40B4-BE49-F238E27FC236}">
                <a16:creationId xmlns:a16="http://schemas.microsoft.com/office/drawing/2014/main" id="{239AD6C6-BD2C-174D-9B36-4B70065E6D12}"/>
              </a:ext>
            </a:extLst>
          </p:cNvPr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5" name="object 86">
            <a:extLst>
              <a:ext uri="{FF2B5EF4-FFF2-40B4-BE49-F238E27FC236}">
                <a16:creationId xmlns:a16="http://schemas.microsoft.com/office/drawing/2014/main" id="{F3E2F6C3-D88D-D040-B5FE-F60F50138DC6}"/>
              </a:ext>
            </a:extLst>
          </p:cNvPr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6" name="object 87">
            <a:extLst>
              <a:ext uri="{FF2B5EF4-FFF2-40B4-BE49-F238E27FC236}">
                <a16:creationId xmlns:a16="http://schemas.microsoft.com/office/drawing/2014/main" id="{7AE891F6-2D7F-844A-BD40-1F9E133B4DF5}"/>
              </a:ext>
            </a:extLst>
          </p:cNvPr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7" name="object 88">
            <a:extLst>
              <a:ext uri="{FF2B5EF4-FFF2-40B4-BE49-F238E27FC236}">
                <a16:creationId xmlns:a16="http://schemas.microsoft.com/office/drawing/2014/main" id="{9120806C-3D24-CB41-A360-AAA5FA6E8FF8}"/>
              </a:ext>
            </a:extLst>
          </p:cNvPr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8" name="object 89">
            <a:extLst>
              <a:ext uri="{FF2B5EF4-FFF2-40B4-BE49-F238E27FC236}">
                <a16:creationId xmlns:a16="http://schemas.microsoft.com/office/drawing/2014/main" id="{EA2E8710-12ED-064E-90F3-0A0B69C69664}"/>
              </a:ext>
            </a:extLst>
          </p:cNvPr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9" name="object 90">
            <a:extLst>
              <a:ext uri="{FF2B5EF4-FFF2-40B4-BE49-F238E27FC236}">
                <a16:creationId xmlns:a16="http://schemas.microsoft.com/office/drawing/2014/main" id="{ABCD50CB-65C3-4B40-8BB5-443B9AFE79C5}"/>
              </a:ext>
            </a:extLst>
          </p:cNvPr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0" name="object 91">
            <a:extLst>
              <a:ext uri="{FF2B5EF4-FFF2-40B4-BE49-F238E27FC236}">
                <a16:creationId xmlns:a16="http://schemas.microsoft.com/office/drawing/2014/main" id="{504B5756-52EB-A040-A97A-6F89AFE5567A}"/>
              </a:ext>
            </a:extLst>
          </p:cNvPr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1" name="object 92">
            <a:extLst>
              <a:ext uri="{FF2B5EF4-FFF2-40B4-BE49-F238E27FC236}">
                <a16:creationId xmlns:a16="http://schemas.microsoft.com/office/drawing/2014/main" id="{3C585604-C9DC-1743-9E8E-72A5786A36C4}"/>
              </a:ext>
            </a:extLst>
          </p:cNvPr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2" name="object 93">
            <a:extLst>
              <a:ext uri="{FF2B5EF4-FFF2-40B4-BE49-F238E27FC236}">
                <a16:creationId xmlns:a16="http://schemas.microsoft.com/office/drawing/2014/main" id="{9D4B7A9C-8FE7-6A47-92FA-1752F42789C3}"/>
              </a:ext>
            </a:extLst>
          </p:cNvPr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3" name="object 94">
            <a:extLst>
              <a:ext uri="{FF2B5EF4-FFF2-40B4-BE49-F238E27FC236}">
                <a16:creationId xmlns:a16="http://schemas.microsoft.com/office/drawing/2014/main" id="{F0B5A83A-C261-7748-9119-A47E88D9632D}"/>
              </a:ext>
            </a:extLst>
          </p:cNvPr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4" name="object 95">
            <a:extLst>
              <a:ext uri="{FF2B5EF4-FFF2-40B4-BE49-F238E27FC236}">
                <a16:creationId xmlns:a16="http://schemas.microsoft.com/office/drawing/2014/main" id="{9026273E-8915-1E4E-9BAB-0505FE77EBE9}"/>
              </a:ext>
            </a:extLst>
          </p:cNvPr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5" name="object 96">
            <a:extLst>
              <a:ext uri="{FF2B5EF4-FFF2-40B4-BE49-F238E27FC236}">
                <a16:creationId xmlns:a16="http://schemas.microsoft.com/office/drawing/2014/main" id="{81242205-A7BC-2E43-9B87-15A832DE6FD8}"/>
              </a:ext>
            </a:extLst>
          </p:cNvPr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6" name="object 97">
            <a:extLst>
              <a:ext uri="{FF2B5EF4-FFF2-40B4-BE49-F238E27FC236}">
                <a16:creationId xmlns:a16="http://schemas.microsoft.com/office/drawing/2014/main" id="{A085F8F2-4277-EE44-B86D-F61F2220715B}"/>
              </a:ext>
            </a:extLst>
          </p:cNvPr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7" name="object 98">
            <a:extLst>
              <a:ext uri="{FF2B5EF4-FFF2-40B4-BE49-F238E27FC236}">
                <a16:creationId xmlns:a16="http://schemas.microsoft.com/office/drawing/2014/main" id="{0FF5D3FC-960B-B641-9074-0F40049B8414}"/>
              </a:ext>
            </a:extLst>
          </p:cNvPr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8" name="object 99">
            <a:extLst>
              <a:ext uri="{FF2B5EF4-FFF2-40B4-BE49-F238E27FC236}">
                <a16:creationId xmlns:a16="http://schemas.microsoft.com/office/drawing/2014/main" id="{D036F813-49AB-3041-9780-937D2D3F6454}"/>
              </a:ext>
            </a:extLst>
          </p:cNvPr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C1422089-0ECE-9848-975B-231BB0C19278}"/>
              </a:ext>
            </a:extLst>
          </p:cNvPr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0" name="object 101">
            <a:extLst>
              <a:ext uri="{FF2B5EF4-FFF2-40B4-BE49-F238E27FC236}">
                <a16:creationId xmlns:a16="http://schemas.microsoft.com/office/drawing/2014/main" id="{24DFF03B-AF8B-DE47-BB9F-B2C119A644F8}"/>
              </a:ext>
            </a:extLst>
          </p:cNvPr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1" name="object 102">
            <a:extLst>
              <a:ext uri="{FF2B5EF4-FFF2-40B4-BE49-F238E27FC236}">
                <a16:creationId xmlns:a16="http://schemas.microsoft.com/office/drawing/2014/main" id="{5F54BD6A-BC4B-3045-A0B6-CC972A0DA095}"/>
              </a:ext>
            </a:extLst>
          </p:cNvPr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2" name="object 103">
            <a:extLst>
              <a:ext uri="{FF2B5EF4-FFF2-40B4-BE49-F238E27FC236}">
                <a16:creationId xmlns:a16="http://schemas.microsoft.com/office/drawing/2014/main" id="{1DE9BE7B-1B00-BE4F-9DB0-2D0A088E5220}"/>
              </a:ext>
            </a:extLst>
          </p:cNvPr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3" name="object 104">
            <a:extLst>
              <a:ext uri="{FF2B5EF4-FFF2-40B4-BE49-F238E27FC236}">
                <a16:creationId xmlns:a16="http://schemas.microsoft.com/office/drawing/2014/main" id="{D319E463-C32A-4244-9CC4-B7DB78DC87A6}"/>
              </a:ext>
            </a:extLst>
          </p:cNvPr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4" name="object 105">
            <a:extLst>
              <a:ext uri="{FF2B5EF4-FFF2-40B4-BE49-F238E27FC236}">
                <a16:creationId xmlns:a16="http://schemas.microsoft.com/office/drawing/2014/main" id="{6927CE80-520D-2B4B-8D30-21C8D93E6589}"/>
              </a:ext>
            </a:extLst>
          </p:cNvPr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5" name="object 106">
            <a:extLst>
              <a:ext uri="{FF2B5EF4-FFF2-40B4-BE49-F238E27FC236}">
                <a16:creationId xmlns:a16="http://schemas.microsoft.com/office/drawing/2014/main" id="{9BCCFE4D-0B3F-F349-BDDE-8B150465F8FB}"/>
              </a:ext>
            </a:extLst>
          </p:cNvPr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6" name="object 107">
            <a:extLst>
              <a:ext uri="{FF2B5EF4-FFF2-40B4-BE49-F238E27FC236}">
                <a16:creationId xmlns:a16="http://schemas.microsoft.com/office/drawing/2014/main" id="{E729D938-78D8-0D4E-B528-014BB1E5ED96}"/>
              </a:ext>
            </a:extLst>
          </p:cNvPr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7" name="object 108">
            <a:extLst>
              <a:ext uri="{FF2B5EF4-FFF2-40B4-BE49-F238E27FC236}">
                <a16:creationId xmlns:a16="http://schemas.microsoft.com/office/drawing/2014/main" id="{2DC6AEB1-B962-A544-95AA-28ED09A4A1E8}"/>
              </a:ext>
            </a:extLst>
          </p:cNvPr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8" name="object 109">
            <a:extLst>
              <a:ext uri="{FF2B5EF4-FFF2-40B4-BE49-F238E27FC236}">
                <a16:creationId xmlns:a16="http://schemas.microsoft.com/office/drawing/2014/main" id="{772875E6-F340-4043-8F44-B4A85A7B05ED}"/>
              </a:ext>
            </a:extLst>
          </p:cNvPr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9" name="object 110">
            <a:extLst>
              <a:ext uri="{FF2B5EF4-FFF2-40B4-BE49-F238E27FC236}">
                <a16:creationId xmlns:a16="http://schemas.microsoft.com/office/drawing/2014/main" id="{8C99ADB2-4D3B-BB47-8286-CCD274EFF7DF}"/>
              </a:ext>
            </a:extLst>
          </p:cNvPr>
          <p:cNvGraphicFramePr>
            <a:graphicFrameLocks noGrp="1"/>
          </p:cNvGraphicFramePr>
          <p:nvPr/>
        </p:nvGraphicFramePr>
        <p:xfrm>
          <a:off x="6047331" y="2978065"/>
          <a:ext cx="1131992" cy="3276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7E7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7E7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10" name="object 111">
            <a:extLst>
              <a:ext uri="{FF2B5EF4-FFF2-40B4-BE49-F238E27FC236}">
                <a16:creationId xmlns:a16="http://schemas.microsoft.com/office/drawing/2014/main" id="{FC8DFF4A-1B6B-0944-9769-C1B7291B2B84}"/>
              </a:ext>
            </a:extLst>
          </p:cNvPr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EB110876-9B64-1142-8B4F-D9632D78A703}"/>
              </a:ext>
            </a:extLst>
          </p:cNvPr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2" name="object 113">
            <a:extLst>
              <a:ext uri="{FF2B5EF4-FFF2-40B4-BE49-F238E27FC236}">
                <a16:creationId xmlns:a16="http://schemas.microsoft.com/office/drawing/2014/main" id="{2A1B6632-0689-AF45-B7E9-A9D8A43379DA}"/>
              </a:ext>
            </a:extLst>
          </p:cNvPr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3" name="object 114">
            <a:extLst>
              <a:ext uri="{FF2B5EF4-FFF2-40B4-BE49-F238E27FC236}">
                <a16:creationId xmlns:a16="http://schemas.microsoft.com/office/drawing/2014/main" id="{729C932E-AEA5-D348-A1FF-A3B1687F5ADF}"/>
              </a:ext>
            </a:extLst>
          </p:cNvPr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4" name="object 115">
            <a:extLst>
              <a:ext uri="{FF2B5EF4-FFF2-40B4-BE49-F238E27FC236}">
                <a16:creationId xmlns:a16="http://schemas.microsoft.com/office/drawing/2014/main" id="{F731FD31-25A8-A342-AA63-84D8495B0F4F}"/>
              </a:ext>
            </a:extLst>
          </p:cNvPr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5" name="object 116">
            <a:extLst>
              <a:ext uri="{FF2B5EF4-FFF2-40B4-BE49-F238E27FC236}">
                <a16:creationId xmlns:a16="http://schemas.microsoft.com/office/drawing/2014/main" id="{E8485CA4-062A-654A-9F4A-A920C46522EA}"/>
              </a:ext>
            </a:extLst>
          </p:cNvPr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6" name="object 117">
            <a:extLst>
              <a:ext uri="{FF2B5EF4-FFF2-40B4-BE49-F238E27FC236}">
                <a16:creationId xmlns:a16="http://schemas.microsoft.com/office/drawing/2014/main" id="{20BBCD59-C36A-204E-A1AA-B5D48A96C9B0}"/>
              </a:ext>
            </a:extLst>
          </p:cNvPr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7" name="object 118">
            <a:extLst>
              <a:ext uri="{FF2B5EF4-FFF2-40B4-BE49-F238E27FC236}">
                <a16:creationId xmlns:a16="http://schemas.microsoft.com/office/drawing/2014/main" id="{D615F20F-152D-2241-8F04-A8BFC841053A}"/>
              </a:ext>
            </a:extLst>
          </p:cNvPr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8" name="object 119">
            <a:extLst>
              <a:ext uri="{FF2B5EF4-FFF2-40B4-BE49-F238E27FC236}">
                <a16:creationId xmlns:a16="http://schemas.microsoft.com/office/drawing/2014/main" id="{8C49DD7F-DAF0-4D49-95B4-073BD6CAC7A0}"/>
              </a:ext>
            </a:extLst>
          </p:cNvPr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9" name="object 120">
            <a:extLst>
              <a:ext uri="{FF2B5EF4-FFF2-40B4-BE49-F238E27FC236}">
                <a16:creationId xmlns:a16="http://schemas.microsoft.com/office/drawing/2014/main" id="{1C8F1971-3983-A342-BC1F-A0548F82E6A7}"/>
              </a:ext>
            </a:extLst>
          </p:cNvPr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0" name="object 121">
            <a:extLst>
              <a:ext uri="{FF2B5EF4-FFF2-40B4-BE49-F238E27FC236}">
                <a16:creationId xmlns:a16="http://schemas.microsoft.com/office/drawing/2014/main" id="{CF3D4832-0C21-CE4A-B7D4-E6ACBA54E170}"/>
              </a:ext>
            </a:extLst>
          </p:cNvPr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1" name="object 122">
            <a:extLst>
              <a:ext uri="{FF2B5EF4-FFF2-40B4-BE49-F238E27FC236}">
                <a16:creationId xmlns:a16="http://schemas.microsoft.com/office/drawing/2014/main" id="{0DF7FB08-52C9-464A-BCC5-6391AB658378}"/>
              </a:ext>
            </a:extLst>
          </p:cNvPr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2" name="object 123">
            <a:extLst>
              <a:ext uri="{FF2B5EF4-FFF2-40B4-BE49-F238E27FC236}">
                <a16:creationId xmlns:a16="http://schemas.microsoft.com/office/drawing/2014/main" id="{2722EEEA-C553-0247-9CEB-B1900D9AB3DC}"/>
              </a:ext>
            </a:extLst>
          </p:cNvPr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3" name="object 124">
            <a:extLst>
              <a:ext uri="{FF2B5EF4-FFF2-40B4-BE49-F238E27FC236}">
                <a16:creationId xmlns:a16="http://schemas.microsoft.com/office/drawing/2014/main" id="{FE0917B4-1D67-3B4F-9424-02E2260ECE30}"/>
              </a:ext>
            </a:extLst>
          </p:cNvPr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4" name="object 152">
            <a:extLst>
              <a:ext uri="{FF2B5EF4-FFF2-40B4-BE49-F238E27FC236}">
                <a16:creationId xmlns:a16="http://schemas.microsoft.com/office/drawing/2014/main" id="{8D31F13E-0E7B-D449-A2CE-86EA5DFDBF6B}"/>
              </a:ext>
            </a:extLst>
          </p:cNvPr>
          <p:cNvSpPr/>
          <p:nvPr/>
        </p:nvSpPr>
        <p:spPr>
          <a:xfrm>
            <a:off x="6056900" y="4700015"/>
            <a:ext cx="1134533" cy="223520"/>
          </a:xfrm>
          <a:custGeom>
            <a:avLst/>
            <a:gdLst/>
            <a:ahLst/>
            <a:cxnLst/>
            <a:rect l="l" t="t" r="r" b="b"/>
            <a:pathLst>
              <a:path w="850900" h="167639">
                <a:moveTo>
                  <a:pt x="0" y="167640"/>
                </a:moveTo>
                <a:lnTo>
                  <a:pt x="850391" y="167640"/>
                </a:lnTo>
                <a:lnTo>
                  <a:pt x="850391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EF4639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/>
              <p:nvPr/>
            </p:nvSpPr>
            <p:spPr>
              <a:xfrm>
                <a:off x="7264765" y="4519280"/>
                <a:ext cx="4939183" cy="476520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h𝑢𝑚𝑖𝑑𝑖𝑡𝑦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83.5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Cambria Math"/>
                        </a:rPr>
                        <m:t>0.94−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∙0.59−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∙0.98</m:t>
                      </m:r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65" y="4519280"/>
                <a:ext cx="4939183" cy="476520"/>
              </a:xfrm>
              <a:prstGeom prst="rect">
                <a:avLst/>
              </a:prstGeom>
              <a:blipFill>
                <a:blip r:embed="rId46"/>
                <a:stretch>
                  <a:fillRect l="-1799" b="-102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object 143">
            <a:extLst>
              <a:ext uri="{FF2B5EF4-FFF2-40B4-BE49-F238E27FC236}">
                <a16:creationId xmlns:a16="http://schemas.microsoft.com/office/drawing/2014/main" id="{CBADC6CA-840D-B540-9541-21AEBED7B50E}"/>
              </a:ext>
            </a:extLst>
          </p:cNvPr>
          <p:cNvSpPr/>
          <p:nvPr/>
        </p:nvSpPr>
        <p:spPr>
          <a:xfrm>
            <a:off x="3047508" y="4864608"/>
            <a:ext cx="1634067" cy="1538393"/>
          </a:xfrm>
          <a:custGeom>
            <a:avLst/>
            <a:gdLst/>
            <a:ahLst/>
            <a:cxnLst/>
            <a:rect l="l" t="t" r="r" b="b"/>
            <a:pathLst>
              <a:path w="1225550" h="1153795">
                <a:moveTo>
                  <a:pt x="0" y="1153668"/>
                </a:moveTo>
                <a:lnTo>
                  <a:pt x="1225296" y="1153668"/>
                </a:lnTo>
                <a:lnTo>
                  <a:pt x="1225296" y="0"/>
                </a:lnTo>
                <a:lnTo>
                  <a:pt x="0" y="0"/>
                </a:lnTo>
                <a:lnTo>
                  <a:pt x="0" y="1153668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object 144">
            <a:extLst>
              <a:ext uri="{FF2B5EF4-FFF2-40B4-BE49-F238E27FC236}">
                <a16:creationId xmlns:a16="http://schemas.microsoft.com/office/drawing/2014/main" id="{46A481FD-6881-6440-A28E-C61141E9BBCD}"/>
              </a:ext>
            </a:extLst>
          </p:cNvPr>
          <p:cNvSpPr/>
          <p:nvPr/>
        </p:nvSpPr>
        <p:spPr>
          <a:xfrm>
            <a:off x="10077523" y="2209676"/>
            <a:ext cx="1971040" cy="557107"/>
          </a:xfrm>
          <a:custGeom>
            <a:avLst/>
            <a:gdLst/>
            <a:ahLst/>
            <a:cxnLst/>
            <a:rect l="l" t="t" r="r" b="b"/>
            <a:pathLst>
              <a:path w="1478279" h="417829">
                <a:moveTo>
                  <a:pt x="0" y="417575"/>
                </a:moveTo>
                <a:lnTo>
                  <a:pt x="1478279" y="417575"/>
                </a:lnTo>
                <a:lnTo>
                  <a:pt x="147827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solidFill>
            <a:srgbClr val="00B0F0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2650C1-FFDD-CE49-87E7-983C15C7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9226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𝑎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𝑡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o-RO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𝑒𝑛𝑡𝑟𝑜𝑝𝑦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02" y="2209676"/>
                <a:ext cx="6986837" cy="526212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46" name="object 54">
            <a:extLst>
              <a:ext uri="{FF2B5EF4-FFF2-40B4-BE49-F238E27FC236}">
                <a16:creationId xmlns:a16="http://schemas.microsoft.com/office/drawing/2014/main" id="{85C8EC6D-FBF8-FC43-BF78-28B108DC289C}"/>
              </a:ext>
            </a:extLst>
          </p:cNvPr>
          <p:cNvSpPr/>
          <p:nvPr/>
        </p:nvSpPr>
        <p:spPr>
          <a:xfrm>
            <a:off x="3048357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55">
            <a:extLst>
              <a:ext uri="{FF2B5EF4-FFF2-40B4-BE49-F238E27FC236}">
                <a16:creationId xmlns:a16="http://schemas.microsoft.com/office/drawing/2014/main" id="{B5F2246D-D6B1-3D43-949F-6BC7704C6EEA}"/>
              </a:ext>
            </a:extLst>
          </p:cNvPr>
          <p:cNvSpPr/>
          <p:nvPr/>
        </p:nvSpPr>
        <p:spPr>
          <a:xfrm>
            <a:off x="3903828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56">
            <a:extLst>
              <a:ext uri="{FF2B5EF4-FFF2-40B4-BE49-F238E27FC236}">
                <a16:creationId xmlns:a16="http://schemas.microsoft.com/office/drawing/2014/main" id="{90DEA5B3-EB51-BF47-8578-740F11CE9976}"/>
              </a:ext>
            </a:extLst>
          </p:cNvPr>
          <p:cNvSpPr/>
          <p:nvPr/>
        </p:nvSpPr>
        <p:spPr>
          <a:xfrm>
            <a:off x="3048357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57">
            <a:extLst>
              <a:ext uri="{FF2B5EF4-FFF2-40B4-BE49-F238E27FC236}">
                <a16:creationId xmlns:a16="http://schemas.microsoft.com/office/drawing/2014/main" id="{3BEDD978-5072-0746-AB75-D4DB65899401}"/>
              </a:ext>
            </a:extLst>
          </p:cNvPr>
          <p:cNvSpPr/>
          <p:nvPr/>
        </p:nvSpPr>
        <p:spPr>
          <a:xfrm>
            <a:off x="3903828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58">
            <a:extLst>
              <a:ext uri="{FF2B5EF4-FFF2-40B4-BE49-F238E27FC236}">
                <a16:creationId xmlns:a16="http://schemas.microsoft.com/office/drawing/2014/main" id="{7FAEF5F5-E24B-7646-9B18-A65587A2B1A1}"/>
              </a:ext>
            </a:extLst>
          </p:cNvPr>
          <p:cNvSpPr/>
          <p:nvPr/>
        </p:nvSpPr>
        <p:spPr>
          <a:xfrm>
            <a:off x="3048357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59">
            <a:extLst>
              <a:ext uri="{FF2B5EF4-FFF2-40B4-BE49-F238E27FC236}">
                <a16:creationId xmlns:a16="http://schemas.microsoft.com/office/drawing/2014/main" id="{C0FC31F3-208E-054C-B688-C012AA0762AA}"/>
              </a:ext>
            </a:extLst>
          </p:cNvPr>
          <p:cNvSpPr/>
          <p:nvPr/>
        </p:nvSpPr>
        <p:spPr>
          <a:xfrm>
            <a:off x="3903828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60">
            <a:extLst>
              <a:ext uri="{FF2B5EF4-FFF2-40B4-BE49-F238E27FC236}">
                <a16:creationId xmlns:a16="http://schemas.microsoft.com/office/drawing/2014/main" id="{95C52772-5CEB-4644-B0BA-ACC13D8D7A68}"/>
              </a:ext>
            </a:extLst>
          </p:cNvPr>
          <p:cNvSpPr/>
          <p:nvPr/>
        </p:nvSpPr>
        <p:spPr>
          <a:xfrm>
            <a:off x="3048357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0" name="object 61">
            <a:extLst>
              <a:ext uri="{FF2B5EF4-FFF2-40B4-BE49-F238E27FC236}">
                <a16:creationId xmlns:a16="http://schemas.microsoft.com/office/drawing/2014/main" id="{1FF32A5F-A8D7-5B47-A9F9-CC5861420226}"/>
              </a:ext>
            </a:extLst>
          </p:cNvPr>
          <p:cNvSpPr/>
          <p:nvPr/>
        </p:nvSpPr>
        <p:spPr>
          <a:xfrm>
            <a:off x="3903828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1" name="object 62">
            <a:extLst>
              <a:ext uri="{FF2B5EF4-FFF2-40B4-BE49-F238E27FC236}">
                <a16:creationId xmlns:a16="http://schemas.microsoft.com/office/drawing/2014/main" id="{AAAC75CB-302F-2A46-A907-0A283C9E72AA}"/>
              </a:ext>
            </a:extLst>
          </p:cNvPr>
          <p:cNvSpPr/>
          <p:nvPr/>
        </p:nvSpPr>
        <p:spPr>
          <a:xfrm>
            <a:off x="3048357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2" name="object 63">
            <a:extLst>
              <a:ext uri="{FF2B5EF4-FFF2-40B4-BE49-F238E27FC236}">
                <a16:creationId xmlns:a16="http://schemas.microsoft.com/office/drawing/2014/main" id="{E013D8DD-5C25-5C4A-8E59-5D738218B244}"/>
              </a:ext>
            </a:extLst>
          </p:cNvPr>
          <p:cNvSpPr/>
          <p:nvPr/>
        </p:nvSpPr>
        <p:spPr>
          <a:xfrm>
            <a:off x="3903828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3" name="object 64">
            <a:extLst>
              <a:ext uri="{FF2B5EF4-FFF2-40B4-BE49-F238E27FC236}">
                <a16:creationId xmlns:a16="http://schemas.microsoft.com/office/drawing/2014/main" id="{DF6DC520-3B02-764C-A436-F15433D63A7E}"/>
              </a:ext>
            </a:extLst>
          </p:cNvPr>
          <p:cNvSpPr/>
          <p:nvPr/>
        </p:nvSpPr>
        <p:spPr>
          <a:xfrm>
            <a:off x="3048357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object 65">
            <a:extLst>
              <a:ext uri="{FF2B5EF4-FFF2-40B4-BE49-F238E27FC236}">
                <a16:creationId xmlns:a16="http://schemas.microsoft.com/office/drawing/2014/main" id="{7A059DAB-F144-EB41-ABEE-96943738FDDE}"/>
              </a:ext>
            </a:extLst>
          </p:cNvPr>
          <p:cNvSpPr/>
          <p:nvPr/>
        </p:nvSpPr>
        <p:spPr>
          <a:xfrm>
            <a:off x="3903828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5" name="object 66">
            <a:extLst>
              <a:ext uri="{FF2B5EF4-FFF2-40B4-BE49-F238E27FC236}">
                <a16:creationId xmlns:a16="http://schemas.microsoft.com/office/drawing/2014/main" id="{6E8E749D-14B8-5A40-AEC2-D95B57C9B7C6}"/>
              </a:ext>
            </a:extLst>
          </p:cNvPr>
          <p:cNvSpPr/>
          <p:nvPr/>
        </p:nvSpPr>
        <p:spPr>
          <a:xfrm>
            <a:off x="3048357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6" name="object 67">
            <a:extLst>
              <a:ext uri="{FF2B5EF4-FFF2-40B4-BE49-F238E27FC236}">
                <a16:creationId xmlns:a16="http://schemas.microsoft.com/office/drawing/2014/main" id="{DF081EC4-3980-D746-A591-D402C56DA5EE}"/>
              </a:ext>
            </a:extLst>
          </p:cNvPr>
          <p:cNvSpPr/>
          <p:nvPr/>
        </p:nvSpPr>
        <p:spPr>
          <a:xfrm>
            <a:off x="3903828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7" name="object 68">
            <a:extLst>
              <a:ext uri="{FF2B5EF4-FFF2-40B4-BE49-F238E27FC236}">
                <a16:creationId xmlns:a16="http://schemas.microsoft.com/office/drawing/2014/main" id="{8B9637A4-0D0F-E04A-9CBA-859A14FF35C2}"/>
              </a:ext>
            </a:extLst>
          </p:cNvPr>
          <p:cNvSpPr/>
          <p:nvPr/>
        </p:nvSpPr>
        <p:spPr>
          <a:xfrm>
            <a:off x="3048357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8" name="object 69">
            <a:extLst>
              <a:ext uri="{FF2B5EF4-FFF2-40B4-BE49-F238E27FC236}">
                <a16:creationId xmlns:a16="http://schemas.microsoft.com/office/drawing/2014/main" id="{D343B4F3-6874-D047-A114-3016C7B48BC0}"/>
              </a:ext>
            </a:extLst>
          </p:cNvPr>
          <p:cNvSpPr/>
          <p:nvPr/>
        </p:nvSpPr>
        <p:spPr>
          <a:xfrm>
            <a:off x="3903828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69" name="object 70">
            <a:extLst>
              <a:ext uri="{FF2B5EF4-FFF2-40B4-BE49-F238E27FC236}">
                <a16:creationId xmlns:a16="http://schemas.microsoft.com/office/drawing/2014/main" id="{58A1E0F7-3469-8B42-9F72-DA0B4E2E1198}"/>
              </a:ext>
            </a:extLst>
          </p:cNvPr>
          <p:cNvGraphicFramePr>
            <a:graphicFrameLocks noGrp="1"/>
          </p:cNvGraphicFramePr>
          <p:nvPr/>
        </p:nvGraphicFramePr>
        <p:xfrm>
          <a:off x="3048356" y="2983145"/>
          <a:ext cx="1632373" cy="341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4433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4433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object 71">
            <a:extLst>
              <a:ext uri="{FF2B5EF4-FFF2-40B4-BE49-F238E27FC236}">
                <a16:creationId xmlns:a16="http://schemas.microsoft.com/office/drawing/2014/main" id="{229D157C-E66E-D447-A911-809ED803EA24}"/>
              </a:ext>
            </a:extLst>
          </p:cNvPr>
          <p:cNvSpPr/>
          <p:nvPr/>
        </p:nvSpPr>
        <p:spPr>
          <a:xfrm>
            <a:off x="3188056" y="3070284"/>
            <a:ext cx="649224" cy="1954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1" name="object 72">
            <a:extLst>
              <a:ext uri="{FF2B5EF4-FFF2-40B4-BE49-F238E27FC236}">
                <a16:creationId xmlns:a16="http://schemas.microsoft.com/office/drawing/2014/main" id="{6184B686-00B1-EB48-8810-392E60ECC8DF}"/>
              </a:ext>
            </a:extLst>
          </p:cNvPr>
          <p:cNvSpPr/>
          <p:nvPr/>
        </p:nvSpPr>
        <p:spPr>
          <a:xfrm>
            <a:off x="4153256" y="2989409"/>
            <a:ext cx="375513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2" name="object 73">
            <a:extLst>
              <a:ext uri="{FF2B5EF4-FFF2-40B4-BE49-F238E27FC236}">
                <a16:creationId xmlns:a16="http://schemas.microsoft.com/office/drawing/2014/main" id="{3A4AE534-AE7A-D64B-BDB4-A309141C47DC}"/>
              </a:ext>
            </a:extLst>
          </p:cNvPr>
          <p:cNvSpPr/>
          <p:nvPr/>
        </p:nvSpPr>
        <p:spPr>
          <a:xfrm>
            <a:off x="4037431" y="3151564"/>
            <a:ext cx="582896" cy="1954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3" name="object 74">
            <a:extLst>
              <a:ext uri="{FF2B5EF4-FFF2-40B4-BE49-F238E27FC236}">
                <a16:creationId xmlns:a16="http://schemas.microsoft.com/office/drawing/2014/main" id="{80BAB2FE-BD4F-164E-9767-68767DC53F68}"/>
              </a:ext>
            </a:extLst>
          </p:cNvPr>
          <p:cNvSpPr/>
          <p:nvPr/>
        </p:nvSpPr>
        <p:spPr>
          <a:xfrm>
            <a:off x="3171123" y="3353647"/>
            <a:ext cx="243840" cy="1971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4" name="object 75">
            <a:extLst>
              <a:ext uri="{FF2B5EF4-FFF2-40B4-BE49-F238E27FC236}">
                <a16:creationId xmlns:a16="http://schemas.microsoft.com/office/drawing/2014/main" id="{80770502-B233-2441-8D87-2731A43C1FA2}"/>
              </a:ext>
            </a:extLst>
          </p:cNvPr>
          <p:cNvSpPr/>
          <p:nvPr/>
        </p:nvSpPr>
        <p:spPr>
          <a:xfrm>
            <a:off x="4204055" y="3355677"/>
            <a:ext cx="262128" cy="195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5" name="object 76">
            <a:extLst>
              <a:ext uri="{FF2B5EF4-FFF2-40B4-BE49-F238E27FC236}">
                <a16:creationId xmlns:a16="http://schemas.microsoft.com/office/drawing/2014/main" id="{9E031F7C-5B58-7F46-8A61-297B159F1C85}"/>
              </a:ext>
            </a:extLst>
          </p:cNvPr>
          <p:cNvSpPr/>
          <p:nvPr/>
        </p:nvSpPr>
        <p:spPr>
          <a:xfrm>
            <a:off x="3171123" y="3571410"/>
            <a:ext cx="243840" cy="1971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6" name="object 77">
            <a:extLst>
              <a:ext uri="{FF2B5EF4-FFF2-40B4-BE49-F238E27FC236}">
                <a16:creationId xmlns:a16="http://schemas.microsoft.com/office/drawing/2014/main" id="{D6FB6467-9DF8-CE46-A72B-519260EF5C90}"/>
              </a:ext>
            </a:extLst>
          </p:cNvPr>
          <p:cNvSpPr/>
          <p:nvPr/>
        </p:nvSpPr>
        <p:spPr>
          <a:xfrm>
            <a:off x="4165447" y="3573440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7" name="object 78">
            <a:extLst>
              <a:ext uri="{FF2B5EF4-FFF2-40B4-BE49-F238E27FC236}">
                <a16:creationId xmlns:a16="http://schemas.microsoft.com/office/drawing/2014/main" id="{C9A9233B-4537-DA48-963E-ADED8019B3C3}"/>
              </a:ext>
            </a:extLst>
          </p:cNvPr>
          <p:cNvSpPr/>
          <p:nvPr/>
        </p:nvSpPr>
        <p:spPr>
          <a:xfrm>
            <a:off x="3171123" y="3788935"/>
            <a:ext cx="234696" cy="1975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8" name="object 79">
            <a:extLst>
              <a:ext uri="{FF2B5EF4-FFF2-40B4-BE49-F238E27FC236}">
                <a16:creationId xmlns:a16="http://schemas.microsoft.com/office/drawing/2014/main" id="{8DD79752-AD73-4A4B-A395-D26CD4FADF54}"/>
              </a:ext>
            </a:extLst>
          </p:cNvPr>
          <p:cNvSpPr/>
          <p:nvPr/>
        </p:nvSpPr>
        <p:spPr>
          <a:xfrm>
            <a:off x="4165447" y="3790967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9" name="object 80">
            <a:extLst>
              <a:ext uri="{FF2B5EF4-FFF2-40B4-BE49-F238E27FC236}">
                <a16:creationId xmlns:a16="http://schemas.microsoft.com/office/drawing/2014/main" id="{44B4E838-C135-EB4E-BECE-9B8427CDC3C9}"/>
              </a:ext>
            </a:extLst>
          </p:cNvPr>
          <p:cNvSpPr/>
          <p:nvPr/>
        </p:nvSpPr>
        <p:spPr>
          <a:xfrm>
            <a:off x="3171123" y="4007443"/>
            <a:ext cx="234696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0" name="object 81">
            <a:extLst>
              <a:ext uri="{FF2B5EF4-FFF2-40B4-BE49-F238E27FC236}">
                <a16:creationId xmlns:a16="http://schemas.microsoft.com/office/drawing/2014/main" id="{42BAC58B-799F-184F-A330-90117950928B}"/>
              </a:ext>
            </a:extLst>
          </p:cNvPr>
          <p:cNvSpPr/>
          <p:nvPr/>
        </p:nvSpPr>
        <p:spPr>
          <a:xfrm>
            <a:off x="4165447" y="4009473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1" name="object 82">
            <a:extLst>
              <a:ext uri="{FF2B5EF4-FFF2-40B4-BE49-F238E27FC236}">
                <a16:creationId xmlns:a16="http://schemas.microsoft.com/office/drawing/2014/main" id="{E06774CE-F94F-2F46-B495-B2B0883FC13A}"/>
              </a:ext>
            </a:extLst>
          </p:cNvPr>
          <p:cNvSpPr/>
          <p:nvPr/>
        </p:nvSpPr>
        <p:spPr>
          <a:xfrm>
            <a:off x="3171123" y="4225373"/>
            <a:ext cx="225551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2" name="object 83">
            <a:extLst>
              <a:ext uri="{FF2B5EF4-FFF2-40B4-BE49-F238E27FC236}">
                <a16:creationId xmlns:a16="http://schemas.microsoft.com/office/drawing/2014/main" id="{0C7E6707-4A4C-9A4E-B350-6B8D08B85531}"/>
              </a:ext>
            </a:extLst>
          </p:cNvPr>
          <p:cNvSpPr/>
          <p:nvPr/>
        </p:nvSpPr>
        <p:spPr>
          <a:xfrm>
            <a:off x="4165447" y="4227405"/>
            <a:ext cx="335956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3" name="object 84">
            <a:extLst>
              <a:ext uri="{FF2B5EF4-FFF2-40B4-BE49-F238E27FC236}">
                <a16:creationId xmlns:a16="http://schemas.microsoft.com/office/drawing/2014/main" id="{851F7321-EA36-A449-B4D1-903C3C332EAF}"/>
              </a:ext>
            </a:extLst>
          </p:cNvPr>
          <p:cNvSpPr/>
          <p:nvPr/>
        </p:nvSpPr>
        <p:spPr>
          <a:xfrm>
            <a:off x="3171123" y="4442731"/>
            <a:ext cx="234696" cy="1975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85">
            <a:extLst>
              <a:ext uri="{FF2B5EF4-FFF2-40B4-BE49-F238E27FC236}">
                <a16:creationId xmlns:a16="http://schemas.microsoft.com/office/drawing/2014/main" id="{239AD6C6-BD2C-174D-9B36-4B70065E6D12}"/>
              </a:ext>
            </a:extLst>
          </p:cNvPr>
          <p:cNvSpPr/>
          <p:nvPr/>
        </p:nvSpPr>
        <p:spPr>
          <a:xfrm>
            <a:off x="4165447" y="4444763"/>
            <a:ext cx="335956" cy="195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5" name="object 86">
            <a:extLst>
              <a:ext uri="{FF2B5EF4-FFF2-40B4-BE49-F238E27FC236}">
                <a16:creationId xmlns:a16="http://schemas.microsoft.com/office/drawing/2014/main" id="{F3E2F6C3-D88D-D040-B5FE-F60F50138DC6}"/>
              </a:ext>
            </a:extLst>
          </p:cNvPr>
          <p:cNvSpPr/>
          <p:nvPr/>
        </p:nvSpPr>
        <p:spPr>
          <a:xfrm>
            <a:off x="3171123" y="4661407"/>
            <a:ext cx="243840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6" name="object 87">
            <a:extLst>
              <a:ext uri="{FF2B5EF4-FFF2-40B4-BE49-F238E27FC236}">
                <a16:creationId xmlns:a16="http://schemas.microsoft.com/office/drawing/2014/main" id="{7AE891F6-2D7F-844A-BD40-1F9E133B4DF5}"/>
              </a:ext>
            </a:extLst>
          </p:cNvPr>
          <p:cNvSpPr/>
          <p:nvPr/>
        </p:nvSpPr>
        <p:spPr>
          <a:xfrm>
            <a:off x="4165447" y="4663439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7" name="object 88">
            <a:extLst>
              <a:ext uri="{FF2B5EF4-FFF2-40B4-BE49-F238E27FC236}">
                <a16:creationId xmlns:a16="http://schemas.microsoft.com/office/drawing/2014/main" id="{9120806C-3D24-CB41-A360-AAA5FA6E8FF8}"/>
              </a:ext>
            </a:extLst>
          </p:cNvPr>
          <p:cNvSpPr/>
          <p:nvPr/>
        </p:nvSpPr>
        <p:spPr>
          <a:xfrm>
            <a:off x="3171123" y="4879171"/>
            <a:ext cx="234696" cy="197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8" name="object 89">
            <a:extLst>
              <a:ext uri="{FF2B5EF4-FFF2-40B4-BE49-F238E27FC236}">
                <a16:creationId xmlns:a16="http://schemas.microsoft.com/office/drawing/2014/main" id="{EA2E8710-12ED-064E-90F3-0A0B69C69664}"/>
              </a:ext>
            </a:extLst>
          </p:cNvPr>
          <p:cNvSpPr/>
          <p:nvPr/>
        </p:nvSpPr>
        <p:spPr>
          <a:xfrm>
            <a:off x="4204055" y="4881203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9" name="object 90">
            <a:extLst>
              <a:ext uri="{FF2B5EF4-FFF2-40B4-BE49-F238E27FC236}">
                <a16:creationId xmlns:a16="http://schemas.microsoft.com/office/drawing/2014/main" id="{ABCD50CB-65C3-4B40-8BB5-443B9AFE79C5}"/>
              </a:ext>
            </a:extLst>
          </p:cNvPr>
          <p:cNvSpPr/>
          <p:nvPr/>
        </p:nvSpPr>
        <p:spPr>
          <a:xfrm>
            <a:off x="3171123" y="5097475"/>
            <a:ext cx="243840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0" name="object 91">
            <a:extLst>
              <a:ext uri="{FF2B5EF4-FFF2-40B4-BE49-F238E27FC236}">
                <a16:creationId xmlns:a16="http://schemas.microsoft.com/office/drawing/2014/main" id="{504B5756-52EB-A040-A97A-6F89AFE5567A}"/>
              </a:ext>
            </a:extLst>
          </p:cNvPr>
          <p:cNvSpPr/>
          <p:nvPr/>
        </p:nvSpPr>
        <p:spPr>
          <a:xfrm>
            <a:off x="4165447" y="5099507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1" name="object 92">
            <a:extLst>
              <a:ext uri="{FF2B5EF4-FFF2-40B4-BE49-F238E27FC236}">
                <a16:creationId xmlns:a16="http://schemas.microsoft.com/office/drawing/2014/main" id="{3C585604-C9DC-1743-9E8E-72A5786A36C4}"/>
              </a:ext>
            </a:extLst>
          </p:cNvPr>
          <p:cNvSpPr/>
          <p:nvPr/>
        </p:nvSpPr>
        <p:spPr>
          <a:xfrm>
            <a:off x="3171123" y="5315305"/>
            <a:ext cx="243840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2" name="object 93">
            <a:extLst>
              <a:ext uri="{FF2B5EF4-FFF2-40B4-BE49-F238E27FC236}">
                <a16:creationId xmlns:a16="http://schemas.microsoft.com/office/drawing/2014/main" id="{9D4B7A9C-8FE7-6A47-92FA-1752F42789C3}"/>
              </a:ext>
            </a:extLst>
          </p:cNvPr>
          <p:cNvSpPr/>
          <p:nvPr/>
        </p:nvSpPr>
        <p:spPr>
          <a:xfrm>
            <a:off x="4204055" y="5317338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3" name="object 94">
            <a:extLst>
              <a:ext uri="{FF2B5EF4-FFF2-40B4-BE49-F238E27FC236}">
                <a16:creationId xmlns:a16="http://schemas.microsoft.com/office/drawing/2014/main" id="{F0B5A83A-C261-7748-9119-A47E88D9632D}"/>
              </a:ext>
            </a:extLst>
          </p:cNvPr>
          <p:cNvSpPr/>
          <p:nvPr/>
        </p:nvSpPr>
        <p:spPr>
          <a:xfrm>
            <a:off x="3171123" y="5533136"/>
            <a:ext cx="213359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4" name="object 95">
            <a:extLst>
              <a:ext uri="{FF2B5EF4-FFF2-40B4-BE49-F238E27FC236}">
                <a16:creationId xmlns:a16="http://schemas.microsoft.com/office/drawing/2014/main" id="{9026273E-8915-1E4E-9BAB-0505FE77EBE9}"/>
              </a:ext>
            </a:extLst>
          </p:cNvPr>
          <p:cNvSpPr/>
          <p:nvPr/>
        </p:nvSpPr>
        <p:spPr>
          <a:xfrm>
            <a:off x="4204055" y="5535169"/>
            <a:ext cx="262128" cy="195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5" name="object 96">
            <a:extLst>
              <a:ext uri="{FF2B5EF4-FFF2-40B4-BE49-F238E27FC236}">
                <a16:creationId xmlns:a16="http://schemas.microsoft.com/office/drawing/2014/main" id="{81242205-A7BC-2E43-9B87-15A832DE6FD8}"/>
              </a:ext>
            </a:extLst>
          </p:cNvPr>
          <p:cNvSpPr/>
          <p:nvPr/>
        </p:nvSpPr>
        <p:spPr>
          <a:xfrm>
            <a:off x="3171123" y="5751372"/>
            <a:ext cx="24384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6" name="object 97">
            <a:extLst>
              <a:ext uri="{FF2B5EF4-FFF2-40B4-BE49-F238E27FC236}">
                <a16:creationId xmlns:a16="http://schemas.microsoft.com/office/drawing/2014/main" id="{A085F8F2-4277-EE44-B86D-F61F2220715B}"/>
              </a:ext>
            </a:extLst>
          </p:cNvPr>
          <p:cNvSpPr/>
          <p:nvPr/>
        </p:nvSpPr>
        <p:spPr>
          <a:xfrm>
            <a:off x="4165447" y="575340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7" name="object 98">
            <a:extLst>
              <a:ext uri="{FF2B5EF4-FFF2-40B4-BE49-F238E27FC236}">
                <a16:creationId xmlns:a16="http://schemas.microsoft.com/office/drawing/2014/main" id="{0FF5D3FC-960B-B641-9074-0F40049B8414}"/>
              </a:ext>
            </a:extLst>
          </p:cNvPr>
          <p:cNvSpPr/>
          <p:nvPr/>
        </p:nvSpPr>
        <p:spPr>
          <a:xfrm>
            <a:off x="3171123" y="5969203"/>
            <a:ext cx="243840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8" name="object 99">
            <a:extLst>
              <a:ext uri="{FF2B5EF4-FFF2-40B4-BE49-F238E27FC236}">
                <a16:creationId xmlns:a16="http://schemas.microsoft.com/office/drawing/2014/main" id="{D036F813-49AB-3041-9780-937D2D3F6454}"/>
              </a:ext>
            </a:extLst>
          </p:cNvPr>
          <p:cNvSpPr/>
          <p:nvPr/>
        </p:nvSpPr>
        <p:spPr>
          <a:xfrm>
            <a:off x="4165447" y="5971235"/>
            <a:ext cx="335956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C1422089-0ECE-9848-975B-231BB0C19278}"/>
              </a:ext>
            </a:extLst>
          </p:cNvPr>
          <p:cNvSpPr/>
          <p:nvPr/>
        </p:nvSpPr>
        <p:spPr>
          <a:xfrm>
            <a:off x="3171123" y="6186627"/>
            <a:ext cx="234696" cy="1975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0" name="object 101">
            <a:extLst>
              <a:ext uri="{FF2B5EF4-FFF2-40B4-BE49-F238E27FC236}">
                <a16:creationId xmlns:a16="http://schemas.microsoft.com/office/drawing/2014/main" id="{24DFF03B-AF8B-DE47-BB9F-B2C119A644F8}"/>
              </a:ext>
            </a:extLst>
          </p:cNvPr>
          <p:cNvSpPr/>
          <p:nvPr/>
        </p:nvSpPr>
        <p:spPr>
          <a:xfrm>
            <a:off x="4204055" y="6188659"/>
            <a:ext cx="262128" cy="195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1" name="object 102">
            <a:extLst>
              <a:ext uri="{FF2B5EF4-FFF2-40B4-BE49-F238E27FC236}">
                <a16:creationId xmlns:a16="http://schemas.microsoft.com/office/drawing/2014/main" id="{5F54BD6A-BC4B-3045-A0B6-CC972A0DA095}"/>
              </a:ext>
            </a:extLst>
          </p:cNvPr>
          <p:cNvSpPr/>
          <p:nvPr/>
        </p:nvSpPr>
        <p:spPr>
          <a:xfrm>
            <a:off x="6064352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2" name="object 103">
            <a:extLst>
              <a:ext uri="{FF2B5EF4-FFF2-40B4-BE49-F238E27FC236}">
                <a16:creationId xmlns:a16="http://schemas.microsoft.com/office/drawing/2014/main" id="{1DE9BE7B-1B00-BE4F-9DB0-2D0A088E5220}"/>
              </a:ext>
            </a:extLst>
          </p:cNvPr>
          <p:cNvSpPr/>
          <p:nvPr/>
        </p:nvSpPr>
        <p:spPr>
          <a:xfrm>
            <a:off x="6064352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3" name="object 104">
            <a:extLst>
              <a:ext uri="{FF2B5EF4-FFF2-40B4-BE49-F238E27FC236}">
                <a16:creationId xmlns:a16="http://schemas.microsoft.com/office/drawing/2014/main" id="{D319E463-C32A-4244-9CC4-B7DB78DC87A6}"/>
              </a:ext>
            </a:extLst>
          </p:cNvPr>
          <p:cNvSpPr/>
          <p:nvPr/>
        </p:nvSpPr>
        <p:spPr>
          <a:xfrm>
            <a:off x="6064352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4" name="object 105">
            <a:extLst>
              <a:ext uri="{FF2B5EF4-FFF2-40B4-BE49-F238E27FC236}">
                <a16:creationId xmlns:a16="http://schemas.microsoft.com/office/drawing/2014/main" id="{6927CE80-520D-2B4B-8D30-21C8D93E6589}"/>
              </a:ext>
            </a:extLst>
          </p:cNvPr>
          <p:cNvSpPr/>
          <p:nvPr/>
        </p:nvSpPr>
        <p:spPr>
          <a:xfrm>
            <a:off x="6064352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5" name="object 106">
            <a:extLst>
              <a:ext uri="{FF2B5EF4-FFF2-40B4-BE49-F238E27FC236}">
                <a16:creationId xmlns:a16="http://schemas.microsoft.com/office/drawing/2014/main" id="{9BCCFE4D-0B3F-F349-BDDE-8B150465F8FB}"/>
              </a:ext>
            </a:extLst>
          </p:cNvPr>
          <p:cNvSpPr/>
          <p:nvPr/>
        </p:nvSpPr>
        <p:spPr>
          <a:xfrm>
            <a:off x="6064352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6" name="object 107">
            <a:extLst>
              <a:ext uri="{FF2B5EF4-FFF2-40B4-BE49-F238E27FC236}">
                <a16:creationId xmlns:a16="http://schemas.microsoft.com/office/drawing/2014/main" id="{E729D938-78D8-0D4E-B528-014BB1E5ED96}"/>
              </a:ext>
            </a:extLst>
          </p:cNvPr>
          <p:cNvSpPr/>
          <p:nvPr/>
        </p:nvSpPr>
        <p:spPr>
          <a:xfrm>
            <a:off x="6064352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7" name="object 108">
            <a:extLst>
              <a:ext uri="{FF2B5EF4-FFF2-40B4-BE49-F238E27FC236}">
                <a16:creationId xmlns:a16="http://schemas.microsoft.com/office/drawing/2014/main" id="{2DC6AEB1-B962-A544-95AA-28ED09A4A1E8}"/>
              </a:ext>
            </a:extLst>
          </p:cNvPr>
          <p:cNvSpPr/>
          <p:nvPr/>
        </p:nvSpPr>
        <p:spPr>
          <a:xfrm>
            <a:off x="6064352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8" name="object 109">
            <a:extLst>
              <a:ext uri="{FF2B5EF4-FFF2-40B4-BE49-F238E27FC236}">
                <a16:creationId xmlns:a16="http://schemas.microsoft.com/office/drawing/2014/main" id="{772875E6-F340-4043-8F44-B4A85A7B05ED}"/>
              </a:ext>
            </a:extLst>
          </p:cNvPr>
          <p:cNvSpPr/>
          <p:nvPr/>
        </p:nvSpPr>
        <p:spPr>
          <a:xfrm>
            <a:off x="6301927" y="2984668"/>
            <a:ext cx="762203" cy="19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9" name="object 110">
            <a:extLst>
              <a:ext uri="{FF2B5EF4-FFF2-40B4-BE49-F238E27FC236}">
                <a16:creationId xmlns:a16="http://schemas.microsoft.com/office/drawing/2014/main" id="{8C99ADB2-4D3B-BB47-8286-CCD274EFF7DF}"/>
              </a:ext>
            </a:extLst>
          </p:cNvPr>
          <p:cNvGraphicFramePr>
            <a:graphicFrameLocks noGrp="1"/>
          </p:cNvGraphicFramePr>
          <p:nvPr/>
        </p:nvGraphicFramePr>
        <p:xfrm>
          <a:off x="6047331" y="2978065"/>
          <a:ext cx="1131992" cy="3276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7E7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7E7E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10" name="object 111">
            <a:extLst>
              <a:ext uri="{FF2B5EF4-FFF2-40B4-BE49-F238E27FC236}">
                <a16:creationId xmlns:a16="http://schemas.microsoft.com/office/drawing/2014/main" id="{FC8DFF4A-1B6B-0944-9769-C1B7291B2B84}"/>
              </a:ext>
            </a:extLst>
          </p:cNvPr>
          <p:cNvSpPr/>
          <p:nvPr/>
        </p:nvSpPr>
        <p:spPr>
          <a:xfrm>
            <a:off x="6265349" y="3147229"/>
            <a:ext cx="792480" cy="1950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EB110876-9B64-1142-8B4F-D9632D78A703}"/>
              </a:ext>
            </a:extLst>
          </p:cNvPr>
          <p:cNvSpPr/>
          <p:nvPr/>
        </p:nvSpPr>
        <p:spPr>
          <a:xfrm>
            <a:off x="6187289" y="3351105"/>
            <a:ext cx="24383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2" name="object 113">
            <a:extLst>
              <a:ext uri="{FF2B5EF4-FFF2-40B4-BE49-F238E27FC236}">
                <a16:creationId xmlns:a16="http://schemas.microsoft.com/office/drawing/2014/main" id="{2A1B6632-0689-AF45-B7E9-A9D8A43379DA}"/>
              </a:ext>
            </a:extLst>
          </p:cNvPr>
          <p:cNvSpPr/>
          <p:nvPr/>
        </p:nvSpPr>
        <p:spPr>
          <a:xfrm>
            <a:off x="6187288" y="3575135"/>
            <a:ext cx="234696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3" name="object 114">
            <a:extLst>
              <a:ext uri="{FF2B5EF4-FFF2-40B4-BE49-F238E27FC236}">
                <a16:creationId xmlns:a16="http://schemas.microsoft.com/office/drawing/2014/main" id="{729C932E-AEA5-D348-A1FF-A3B1687F5ADF}"/>
              </a:ext>
            </a:extLst>
          </p:cNvPr>
          <p:cNvSpPr/>
          <p:nvPr/>
        </p:nvSpPr>
        <p:spPr>
          <a:xfrm>
            <a:off x="6187288" y="3798994"/>
            <a:ext cx="234696" cy="1971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4" name="object 115">
            <a:extLst>
              <a:ext uri="{FF2B5EF4-FFF2-40B4-BE49-F238E27FC236}">
                <a16:creationId xmlns:a16="http://schemas.microsoft.com/office/drawing/2014/main" id="{F731FD31-25A8-A342-AA63-84D8495B0F4F}"/>
              </a:ext>
            </a:extLst>
          </p:cNvPr>
          <p:cNvSpPr/>
          <p:nvPr/>
        </p:nvSpPr>
        <p:spPr>
          <a:xfrm>
            <a:off x="6187289" y="4022514"/>
            <a:ext cx="342900" cy="1971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5" name="object 116">
            <a:extLst>
              <a:ext uri="{FF2B5EF4-FFF2-40B4-BE49-F238E27FC236}">
                <a16:creationId xmlns:a16="http://schemas.microsoft.com/office/drawing/2014/main" id="{E8485CA4-062A-654A-9F4A-A920C46522EA}"/>
              </a:ext>
            </a:extLst>
          </p:cNvPr>
          <p:cNvSpPr/>
          <p:nvPr/>
        </p:nvSpPr>
        <p:spPr>
          <a:xfrm>
            <a:off x="6187288" y="4246540"/>
            <a:ext cx="234696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6" name="object 117">
            <a:extLst>
              <a:ext uri="{FF2B5EF4-FFF2-40B4-BE49-F238E27FC236}">
                <a16:creationId xmlns:a16="http://schemas.microsoft.com/office/drawing/2014/main" id="{20BBCD59-C36A-204E-A1AA-B5D48A96C9B0}"/>
              </a:ext>
            </a:extLst>
          </p:cNvPr>
          <p:cNvSpPr/>
          <p:nvPr/>
        </p:nvSpPr>
        <p:spPr>
          <a:xfrm>
            <a:off x="6187289" y="4470401"/>
            <a:ext cx="342900" cy="1971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7" name="object 118">
            <a:extLst>
              <a:ext uri="{FF2B5EF4-FFF2-40B4-BE49-F238E27FC236}">
                <a16:creationId xmlns:a16="http://schemas.microsoft.com/office/drawing/2014/main" id="{D615F20F-152D-2241-8F04-A8BFC841053A}"/>
              </a:ext>
            </a:extLst>
          </p:cNvPr>
          <p:cNvSpPr/>
          <p:nvPr/>
        </p:nvSpPr>
        <p:spPr>
          <a:xfrm>
            <a:off x="6187289" y="4693920"/>
            <a:ext cx="350519" cy="1971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8" name="object 119">
            <a:extLst>
              <a:ext uri="{FF2B5EF4-FFF2-40B4-BE49-F238E27FC236}">
                <a16:creationId xmlns:a16="http://schemas.microsoft.com/office/drawing/2014/main" id="{8C49DD7F-DAF0-4D49-95B4-073BD6CAC7A0}"/>
              </a:ext>
            </a:extLst>
          </p:cNvPr>
          <p:cNvSpPr/>
          <p:nvPr/>
        </p:nvSpPr>
        <p:spPr>
          <a:xfrm>
            <a:off x="6187289" y="4917779"/>
            <a:ext cx="243839" cy="1971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9" name="object 120">
            <a:extLst>
              <a:ext uri="{FF2B5EF4-FFF2-40B4-BE49-F238E27FC236}">
                <a16:creationId xmlns:a16="http://schemas.microsoft.com/office/drawing/2014/main" id="{1C8F1971-3983-A342-BC1F-A0548F82E6A7}"/>
              </a:ext>
            </a:extLst>
          </p:cNvPr>
          <p:cNvSpPr/>
          <p:nvPr/>
        </p:nvSpPr>
        <p:spPr>
          <a:xfrm>
            <a:off x="6187289" y="5141772"/>
            <a:ext cx="350519" cy="1971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0" name="object 121">
            <a:extLst>
              <a:ext uri="{FF2B5EF4-FFF2-40B4-BE49-F238E27FC236}">
                <a16:creationId xmlns:a16="http://schemas.microsoft.com/office/drawing/2014/main" id="{CF3D4832-0C21-CE4A-B7D4-E6ACBA54E170}"/>
              </a:ext>
            </a:extLst>
          </p:cNvPr>
          <p:cNvSpPr/>
          <p:nvPr/>
        </p:nvSpPr>
        <p:spPr>
          <a:xfrm>
            <a:off x="6187289" y="5365292"/>
            <a:ext cx="350519" cy="1971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1" name="object 122">
            <a:extLst>
              <a:ext uri="{FF2B5EF4-FFF2-40B4-BE49-F238E27FC236}">
                <a16:creationId xmlns:a16="http://schemas.microsoft.com/office/drawing/2014/main" id="{0DF7FB08-52C9-464A-BCC5-6391AB658378}"/>
              </a:ext>
            </a:extLst>
          </p:cNvPr>
          <p:cNvSpPr/>
          <p:nvPr/>
        </p:nvSpPr>
        <p:spPr>
          <a:xfrm>
            <a:off x="6187289" y="5589219"/>
            <a:ext cx="243839" cy="19710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2" name="object 123">
            <a:extLst>
              <a:ext uri="{FF2B5EF4-FFF2-40B4-BE49-F238E27FC236}">
                <a16:creationId xmlns:a16="http://schemas.microsoft.com/office/drawing/2014/main" id="{2722EEEA-C553-0247-9CEB-B1900D9AB3DC}"/>
              </a:ext>
            </a:extLst>
          </p:cNvPr>
          <p:cNvSpPr/>
          <p:nvPr/>
        </p:nvSpPr>
        <p:spPr>
          <a:xfrm>
            <a:off x="6187289" y="5813145"/>
            <a:ext cx="350519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3" name="object 124">
            <a:extLst>
              <a:ext uri="{FF2B5EF4-FFF2-40B4-BE49-F238E27FC236}">
                <a16:creationId xmlns:a16="http://schemas.microsoft.com/office/drawing/2014/main" id="{FE0917B4-1D67-3B4F-9424-02E2260ECE30}"/>
              </a:ext>
            </a:extLst>
          </p:cNvPr>
          <p:cNvSpPr/>
          <p:nvPr/>
        </p:nvSpPr>
        <p:spPr>
          <a:xfrm>
            <a:off x="6187289" y="6036665"/>
            <a:ext cx="350519" cy="1971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4" name="object 152">
            <a:extLst>
              <a:ext uri="{FF2B5EF4-FFF2-40B4-BE49-F238E27FC236}">
                <a16:creationId xmlns:a16="http://schemas.microsoft.com/office/drawing/2014/main" id="{8D31F13E-0E7B-D449-A2CE-86EA5DFDBF6B}"/>
              </a:ext>
            </a:extLst>
          </p:cNvPr>
          <p:cNvSpPr/>
          <p:nvPr/>
        </p:nvSpPr>
        <p:spPr>
          <a:xfrm>
            <a:off x="6056900" y="4700015"/>
            <a:ext cx="1134533" cy="223520"/>
          </a:xfrm>
          <a:custGeom>
            <a:avLst/>
            <a:gdLst/>
            <a:ahLst/>
            <a:cxnLst/>
            <a:rect l="l" t="t" r="r" b="b"/>
            <a:pathLst>
              <a:path w="850900" h="167639">
                <a:moveTo>
                  <a:pt x="0" y="167640"/>
                </a:moveTo>
                <a:lnTo>
                  <a:pt x="850391" y="167640"/>
                </a:lnTo>
                <a:lnTo>
                  <a:pt x="850391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EF4639">
              <a:alpha val="52940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/>
              <p:nvPr/>
            </p:nvSpPr>
            <p:spPr>
              <a:xfrm>
                <a:off x="7264765" y="4519281"/>
                <a:ext cx="4939183" cy="722741"/>
              </a:xfrm>
              <a:prstGeom prst="rect">
                <a:avLst/>
              </a:prstGeom>
            </p:spPr>
            <p:txBody>
              <a:bodyPr vert="horz" wrap="square" lIns="0" tIns="16933" rIns="0" bIns="0" rtlCol="0">
                <a:spAutoFit/>
              </a:bodyPr>
              <a:lstStyle/>
              <a:p>
                <a:pPr marL="16933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𝑔𝑎𝑖𝑛</m:t>
                      </m:r>
                      <m:r>
                        <a:rPr lang="ro-RO" sz="1600" i="1" spc="-7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 spc="-7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𝑋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h𝑢𝑚𝑖𝑑𝑖𝑡𝑦</m:t>
                          </m:r>
                          <m:r>
                            <a:rPr lang="ro-RO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, </m:t>
                          </m:r>
                          <m:r>
                            <a:rPr lang="en-US" sz="1600" i="1" spc="20" dirty="0">
                              <a:latin typeface="Cambria Math" panose="02040503050406030204" pitchFamily="18" charset="0"/>
                              <a:cs typeface="Cambria Math"/>
                            </a:rPr>
                            <m:t>83.5</m:t>
                          </m:r>
                        </m:e>
                      </m:d>
                      <m:r>
                        <a:rPr lang="ro-RO" sz="1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Cambria Math"/>
                        </a:rPr>
                        <m:t>0.94−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∙0.59−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∙0.98</m:t>
                      </m:r>
                    </m:oMath>
                  </m:oMathPara>
                </a14:m>
                <a:endParaRPr lang="en-US" sz="1600" dirty="0">
                  <a:latin typeface="Cambria Math"/>
                  <a:ea typeface="Cambria Math" panose="02040503050406030204" pitchFamily="18" charset="0"/>
                </a:endParaRPr>
              </a:p>
              <a:p>
                <a:pPr marL="16933" algn="ctr">
                  <a:spcBef>
                    <a:spcPts val="133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≈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𝟏𝟓𝟐</m:t>
                      </m:r>
                    </m:oMath>
                  </m:oMathPara>
                </a14:m>
                <a:endParaRPr lang="en-US" sz="16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25" name="object 8">
                <a:extLst>
                  <a:ext uri="{FF2B5EF4-FFF2-40B4-BE49-F238E27FC236}">
                    <a16:creationId xmlns:a16="http://schemas.microsoft.com/office/drawing/2014/main" id="{44577ABF-4F64-584D-A052-C808EAAC5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65" y="4519281"/>
                <a:ext cx="4939183" cy="722741"/>
              </a:xfrm>
              <a:prstGeom prst="rect">
                <a:avLst/>
              </a:prstGeom>
              <a:blipFill>
                <a:blip r:embed="rId46"/>
                <a:stretch>
                  <a:fillRect l="-1799" b="-1379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2DD218-F8CE-7245-A564-81AA272C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0141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175887" y="3002771"/>
            <a:ext cx="831427" cy="351367"/>
          </a:xfrm>
          <a:custGeom>
            <a:avLst/>
            <a:gdLst/>
            <a:ahLst/>
            <a:cxnLst/>
            <a:rect l="l" t="t" r="r" b="b"/>
            <a:pathLst>
              <a:path w="623569" h="263525">
                <a:moveTo>
                  <a:pt x="0" y="263283"/>
                </a:moveTo>
                <a:lnTo>
                  <a:pt x="622998" y="263283"/>
                </a:lnTo>
                <a:lnTo>
                  <a:pt x="622998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06552" y="3002771"/>
            <a:ext cx="801793" cy="351367"/>
          </a:xfrm>
          <a:custGeom>
            <a:avLst/>
            <a:gdLst/>
            <a:ahLst/>
            <a:cxnLst/>
            <a:rect l="l" t="t" r="r" b="b"/>
            <a:pathLst>
              <a:path w="601344" h="263525">
                <a:moveTo>
                  <a:pt x="0" y="263283"/>
                </a:moveTo>
                <a:lnTo>
                  <a:pt x="601002" y="263283"/>
                </a:lnTo>
                <a:lnTo>
                  <a:pt x="601002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75887" y="3353832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06552" y="3353832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75887" y="37896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30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06552" y="37896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30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75887" y="4225560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006552" y="4225560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5887" y="4661255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006552" y="4661255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175887" y="509715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1006552" y="509715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175887" y="5532983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6552" y="5532983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175887" y="5968796"/>
            <a:ext cx="831427" cy="218440"/>
          </a:xfrm>
          <a:custGeom>
            <a:avLst/>
            <a:gdLst/>
            <a:ahLst/>
            <a:cxnLst/>
            <a:rect l="l" t="t" r="r" b="b"/>
            <a:pathLst>
              <a:path w="623569" h="163829">
                <a:moveTo>
                  <a:pt x="0" y="163436"/>
                </a:moveTo>
                <a:lnTo>
                  <a:pt x="622998" y="163436"/>
                </a:lnTo>
                <a:lnTo>
                  <a:pt x="622998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1006552" y="5968796"/>
            <a:ext cx="801793" cy="218440"/>
          </a:xfrm>
          <a:custGeom>
            <a:avLst/>
            <a:gdLst/>
            <a:ahLst/>
            <a:cxnLst/>
            <a:rect l="l" t="t" r="r" b="b"/>
            <a:pathLst>
              <a:path w="601344" h="163829">
                <a:moveTo>
                  <a:pt x="0" y="163436"/>
                </a:moveTo>
                <a:lnTo>
                  <a:pt x="601002" y="163436"/>
                </a:lnTo>
                <a:lnTo>
                  <a:pt x="60100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75887" y="2985855"/>
          <a:ext cx="1631525" cy="3418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302276" y="3073568"/>
            <a:ext cx="649224" cy="195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269509" y="2992289"/>
            <a:ext cx="375513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151652" y="3154848"/>
            <a:ext cx="582896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297807" y="3355611"/>
            <a:ext cx="243839" cy="1975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320308" y="3357643"/>
            <a:ext cx="262128" cy="195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97807" y="3574288"/>
            <a:ext cx="234696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320308" y="3576319"/>
            <a:ext cx="262128" cy="1950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97807" y="3792051"/>
            <a:ext cx="24383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281700" y="3794081"/>
            <a:ext cx="335957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97807" y="4010321"/>
            <a:ext cx="243839" cy="1971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1281700" y="4012352"/>
            <a:ext cx="335957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297807" y="4228252"/>
            <a:ext cx="234696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1281700" y="4230285"/>
            <a:ext cx="335957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297807" y="4446015"/>
            <a:ext cx="243839" cy="1971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320308" y="4448047"/>
            <a:ext cx="262128" cy="1950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297807" y="4664287"/>
            <a:ext cx="225552" cy="1971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281700" y="4666319"/>
            <a:ext cx="335957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97807" y="4882048"/>
            <a:ext cx="213360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320308" y="4884081"/>
            <a:ext cx="262128" cy="195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297807" y="5099507"/>
            <a:ext cx="243839" cy="19750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1281700" y="5101539"/>
            <a:ext cx="335957" cy="19547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97807" y="5318149"/>
            <a:ext cx="243839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281700" y="5320182"/>
            <a:ext cx="335957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97807" y="5535980"/>
            <a:ext cx="234696" cy="1971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1281700" y="5538013"/>
            <a:ext cx="335957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97807" y="5754217"/>
            <a:ext cx="243839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1281700" y="5756250"/>
            <a:ext cx="335957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297807" y="5972047"/>
            <a:ext cx="234696" cy="197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281700" y="5974079"/>
            <a:ext cx="335957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97807" y="6189877"/>
            <a:ext cx="234696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1320308" y="6191909"/>
            <a:ext cx="262128" cy="1950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2031509" y="44825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4" h="544195">
                <a:moveTo>
                  <a:pt x="348233" y="0"/>
                </a:moveTo>
                <a:lnTo>
                  <a:pt x="348233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3" y="408050"/>
                </a:lnTo>
                <a:lnTo>
                  <a:pt x="348233" y="544067"/>
                </a:lnTo>
                <a:lnTo>
                  <a:pt x="620268" y="272033"/>
                </a:lnTo>
                <a:lnTo>
                  <a:pt x="34823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4862085" y="4466337"/>
            <a:ext cx="1014307" cy="723900"/>
          </a:xfrm>
          <a:custGeom>
            <a:avLst/>
            <a:gdLst/>
            <a:ahLst/>
            <a:cxnLst/>
            <a:rect l="l" t="t" r="r" b="b"/>
            <a:pathLst>
              <a:path w="760729" h="542925">
                <a:moveTo>
                  <a:pt x="489203" y="0"/>
                </a:moveTo>
                <a:lnTo>
                  <a:pt x="489203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89203" y="406908"/>
                </a:lnTo>
                <a:lnTo>
                  <a:pt x="489203" y="542544"/>
                </a:lnTo>
                <a:lnTo>
                  <a:pt x="760476" y="271272"/>
                </a:lnTo>
                <a:lnTo>
                  <a:pt x="489203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Shape 52">
            <a:extLst>
              <a:ext uri="{FF2B5EF4-FFF2-40B4-BE49-F238E27FC236}">
                <a16:creationId xmlns:a16="http://schemas.microsoft.com/office/drawing/2014/main" id="{F6048A97-EFB3-704D-A0B6-C0D00DB55435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14BAF38-96B9-094C-91D1-473B6A68530A}"/>
              </a:ext>
            </a:extLst>
          </p:cNvPr>
          <p:cNvSpPr txBox="1"/>
          <p:nvPr/>
        </p:nvSpPr>
        <p:spPr>
          <a:xfrm>
            <a:off x="1952650" y="4009810"/>
            <a:ext cx="801793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237D135-571B-5542-A8A8-A9152C6D8EE6}"/>
              </a:ext>
            </a:extLst>
          </p:cNvPr>
          <p:cNvSpPr txBox="1"/>
          <p:nvPr/>
        </p:nvSpPr>
        <p:spPr>
          <a:xfrm>
            <a:off x="4613917" y="3359597"/>
            <a:ext cx="1470148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Mean of each consecutive pair</a:t>
            </a:r>
          </a:p>
        </p:txBody>
      </p:sp>
      <p:sp>
        <p:nvSpPr>
          <p:cNvPr id="130" name="object 102">
            <a:extLst>
              <a:ext uri="{FF2B5EF4-FFF2-40B4-BE49-F238E27FC236}">
                <a16:creationId xmlns:a16="http://schemas.microsoft.com/office/drawing/2014/main" id="{A483B496-0994-DC4C-B3CE-2F17108F9E57}"/>
              </a:ext>
            </a:extLst>
          </p:cNvPr>
          <p:cNvSpPr/>
          <p:nvPr/>
        </p:nvSpPr>
        <p:spPr>
          <a:xfrm>
            <a:off x="6066091" y="2994982"/>
            <a:ext cx="1132840" cy="351367"/>
          </a:xfrm>
          <a:custGeom>
            <a:avLst/>
            <a:gdLst/>
            <a:ahLst/>
            <a:cxnLst/>
            <a:rect l="l" t="t" r="r" b="b"/>
            <a:pathLst>
              <a:path w="849629" h="263525">
                <a:moveTo>
                  <a:pt x="0" y="263283"/>
                </a:moveTo>
                <a:lnTo>
                  <a:pt x="849249" y="263283"/>
                </a:lnTo>
                <a:lnTo>
                  <a:pt x="84924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1" name="object 103">
            <a:extLst>
              <a:ext uri="{FF2B5EF4-FFF2-40B4-BE49-F238E27FC236}">
                <a16:creationId xmlns:a16="http://schemas.microsoft.com/office/drawing/2014/main" id="{58F04C39-A6B1-594B-A388-86167C51CE78}"/>
              </a:ext>
            </a:extLst>
          </p:cNvPr>
          <p:cNvSpPr/>
          <p:nvPr/>
        </p:nvSpPr>
        <p:spPr>
          <a:xfrm>
            <a:off x="6066091" y="3345993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2" name="object 104">
            <a:extLst>
              <a:ext uri="{FF2B5EF4-FFF2-40B4-BE49-F238E27FC236}">
                <a16:creationId xmlns:a16="http://schemas.microsoft.com/office/drawing/2014/main" id="{BA8D02AE-1611-0249-8E8F-B5202CCC0D63}"/>
              </a:ext>
            </a:extLst>
          </p:cNvPr>
          <p:cNvSpPr/>
          <p:nvPr/>
        </p:nvSpPr>
        <p:spPr>
          <a:xfrm>
            <a:off x="6066091" y="37933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05">
            <a:extLst>
              <a:ext uri="{FF2B5EF4-FFF2-40B4-BE49-F238E27FC236}">
                <a16:creationId xmlns:a16="http://schemas.microsoft.com/office/drawing/2014/main" id="{4B9CB6FD-5EBC-EB4D-B4AE-E438C48D93DF}"/>
              </a:ext>
            </a:extLst>
          </p:cNvPr>
          <p:cNvSpPr/>
          <p:nvPr/>
        </p:nvSpPr>
        <p:spPr>
          <a:xfrm>
            <a:off x="6066091" y="4240919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4" name="object 106">
            <a:extLst>
              <a:ext uri="{FF2B5EF4-FFF2-40B4-BE49-F238E27FC236}">
                <a16:creationId xmlns:a16="http://schemas.microsoft.com/office/drawing/2014/main" id="{A8A9D74E-37B3-6544-A574-80CF0E0CED71}"/>
              </a:ext>
            </a:extLst>
          </p:cNvPr>
          <p:cNvSpPr/>
          <p:nvPr/>
        </p:nvSpPr>
        <p:spPr>
          <a:xfrm>
            <a:off x="6066091" y="468829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object 107">
            <a:extLst>
              <a:ext uri="{FF2B5EF4-FFF2-40B4-BE49-F238E27FC236}">
                <a16:creationId xmlns:a16="http://schemas.microsoft.com/office/drawing/2014/main" id="{A7F32CA3-20C6-A84D-AE3A-1B26578D4B4C}"/>
              </a:ext>
            </a:extLst>
          </p:cNvPr>
          <p:cNvSpPr/>
          <p:nvPr/>
        </p:nvSpPr>
        <p:spPr>
          <a:xfrm>
            <a:off x="6066091" y="5135778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6" name="object 108">
            <a:extLst>
              <a:ext uri="{FF2B5EF4-FFF2-40B4-BE49-F238E27FC236}">
                <a16:creationId xmlns:a16="http://schemas.microsoft.com/office/drawing/2014/main" id="{2A032C77-202E-9045-970C-A62B9B08C52D}"/>
              </a:ext>
            </a:extLst>
          </p:cNvPr>
          <p:cNvSpPr/>
          <p:nvPr/>
        </p:nvSpPr>
        <p:spPr>
          <a:xfrm>
            <a:off x="6066091" y="5583225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7" name="object 109">
            <a:extLst>
              <a:ext uri="{FF2B5EF4-FFF2-40B4-BE49-F238E27FC236}">
                <a16:creationId xmlns:a16="http://schemas.microsoft.com/office/drawing/2014/main" id="{906B9A51-CD69-DB4F-B991-3F609BC5E4DF}"/>
              </a:ext>
            </a:extLst>
          </p:cNvPr>
          <p:cNvSpPr/>
          <p:nvPr/>
        </p:nvSpPr>
        <p:spPr>
          <a:xfrm>
            <a:off x="6066091" y="6030671"/>
            <a:ext cx="1132840" cy="224367"/>
          </a:xfrm>
          <a:custGeom>
            <a:avLst/>
            <a:gdLst/>
            <a:ahLst/>
            <a:cxnLst/>
            <a:rect l="l" t="t" r="r" b="b"/>
            <a:pathLst>
              <a:path w="849629" h="168275">
                <a:moveTo>
                  <a:pt x="0" y="167792"/>
                </a:moveTo>
                <a:lnTo>
                  <a:pt x="849249" y="167792"/>
                </a:lnTo>
                <a:lnTo>
                  <a:pt x="849249" y="0"/>
                </a:lnTo>
                <a:lnTo>
                  <a:pt x="0" y="0"/>
                </a:lnTo>
                <a:lnTo>
                  <a:pt x="0" y="1677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38" name="object 110">
            <a:extLst>
              <a:ext uri="{FF2B5EF4-FFF2-40B4-BE49-F238E27FC236}">
                <a16:creationId xmlns:a16="http://schemas.microsoft.com/office/drawing/2014/main" id="{86E8DFFE-C7D5-B04C-8997-D032EFE9F153}"/>
              </a:ext>
            </a:extLst>
          </p:cNvPr>
          <p:cNvGraphicFramePr>
            <a:graphicFrameLocks noGrp="1"/>
          </p:cNvGraphicFramePr>
          <p:nvPr/>
        </p:nvGraphicFramePr>
        <p:xfrm>
          <a:off x="6049157" y="2978064"/>
          <a:ext cx="1131992" cy="3276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9" name="object 111">
            <a:extLst>
              <a:ext uri="{FF2B5EF4-FFF2-40B4-BE49-F238E27FC236}">
                <a16:creationId xmlns:a16="http://schemas.microsoft.com/office/drawing/2014/main" id="{1F734B9A-ED24-814F-9297-76548A323464}"/>
              </a:ext>
            </a:extLst>
          </p:cNvPr>
          <p:cNvSpPr/>
          <p:nvPr/>
        </p:nvSpPr>
        <p:spPr>
          <a:xfrm>
            <a:off x="6303665" y="2984668"/>
            <a:ext cx="762203" cy="19507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0" name="object 112">
            <a:extLst>
              <a:ext uri="{FF2B5EF4-FFF2-40B4-BE49-F238E27FC236}">
                <a16:creationId xmlns:a16="http://schemas.microsoft.com/office/drawing/2014/main" id="{797D6146-9F2D-CA44-9A77-538401F26702}"/>
              </a:ext>
            </a:extLst>
          </p:cNvPr>
          <p:cNvSpPr/>
          <p:nvPr/>
        </p:nvSpPr>
        <p:spPr>
          <a:xfrm>
            <a:off x="6267088" y="3147229"/>
            <a:ext cx="792480" cy="1950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1" name="object 113">
            <a:extLst>
              <a:ext uri="{FF2B5EF4-FFF2-40B4-BE49-F238E27FC236}">
                <a16:creationId xmlns:a16="http://schemas.microsoft.com/office/drawing/2014/main" id="{7ACAD141-8BDE-D447-96E6-64B7C4727A15}"/>
              </a:ext>
            </a:extLst>
          </p:cNvPr>
          <p:cNvSpPr/>
          <p:nvPr/>
        </p:nvSpPr>
        <p:spPr>
          <a:xfrm>
            <a:off x="6189027" y="3351105"/>
            <a:ext cx="243839" cy="19710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2" name="object 114">
            <a:extLst>
              <a:ext uri="{FF2B5EF4-FFF2-40B4-BE49-F238E27FC236}">
                <a16:creationId xmlns:a16="http://schemas.microsoft.com/office/drawing/2014/main" id="{3F20A7DF-9509-2242-85BB-CFEF4023FEF3}"/>
              </a:ext>
            </a:extLst>
          </p:cNvPr>
          <p:cNvSpPr/>
          <p:nvPr/>
        </p:nvSpPr>
        <p:spPr>
          <a:xfrm>
            <a:off x="6189027" y="3575135"/>
            <a:ext cx="234696" cy="19710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3" name="object 115">
            <a:extLst>
              <a:ext uri="{FF2B5EF4-FFF2-40B4-BE49-F238E27FC236}">
                <a16:creationId xmlns:a16="http://schemas.microsoft.com/office/drawing/2014/main" id="{695FC742-5A41-1E46-9B8B-0876D2C36E17}"/>
              </a:ext>
            </a:extLst>
          </p:cNvPr>
          <p:cNvSpPr/>
          <p:nvPr/>
        </p:nvSpPr>
        <p:spPr>
          <a:xfrm>
            <a:off x="6189027" y="3798994"/>
            <a:ext cx="234696" cy="19710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4" name="object 116">
            <a:extLst>
              <a:ext uri="{FF2B5EF4-FFF2-40B4-BE49-F238E27FC236}">
                <a16:creationId xmlns:a16="http://schemas.microsoft.com/office/drawing/2014/main" id="{F18448C5-6C70-7D49-B47E-A52DC823B6F6}"/>
              </a:ext>
            </a:extLst>
          </p:cNvPr>
          <p:cNvSpPr/>
          <p:nvPr/>
        </p:nvSpPr>
        <p:spPr>
          <a:xfrm>
            <a:off x="6189027" y="4022514"/>
            <a:ext cx="342900" cy="19710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5" name="object 117">
            <a:extLst>
              <a:ext uri="{FF2B5EF4-FFF2-40B4-BE49-F238E27FC236}">
                <a16:creationId xmlns:a16="http://schemas.microsoft.com/office/drawing/2014/main" id="{68D48770-F2AA-F04F-B52F-AC03DB7A4029}"/>
              </a:ext>
            </a:extLst>
          </p:cNvPr>
          <p:cNvSpPr/>
          <p:nvPr/>
        </p:nvSpPr>
        <p:spPr>
          <a:xfrm>
            <a:off x="6189027" y="4246540"/>
            <a:ext cx="234696" cy="1971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7" name="object 118">
            <a:extLst>
              <a:ext uri="{FF2B5EF4-FFF2-40B4-BE49-F238E27FC236}">
                <a16:creationId xmlns:a16="http://schemas.microsoft.com/office/drawing/2014/main" id="{7712BB26-C40D-A446-800D-A3A46B6E6CD3}"/>
              </a:ext>
            </a:extLst>
          </p:cNvPr>
          <p:cNvSpPr/>
          <p:nvPr/>
        </p:nvSpPr>
        <p:spPr>
          <a:xfrm>
            <a:off x="6189027" y="4470401"/>
            <a:ext cx="342900" cy="19710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6" name="object 119">
            <a:extLst>
              <a:ext uri="{FF2B5EF4-FFF2-40B4-BE49-F238E27FC236}">
                <a16:creationId xmlns:a16="http://schemas.microsoft.com/office/drawing/2014/main" id="{7AD27296-2C94-4542-950C-EDA6EF18797B}"/>
              </a:ext>
            </a:extLst>
          </p:cNvPr>
          <p:cNvSpPr/>
          <p:nvPr/>
        </p:nvSpPr>
        <p:spPr>
          <a:xfrm>
            <a:off x="6189027" y="4693920"/>
            <a:ext cx="350519" cy="1971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7" name="object 120">
            <a:extLst>
              <a:ext uri="{FF2B5EF4-FFF2-40B4-BE49-F238E27FC236}">
                <a16:creationId xmlns:a16="http://schemas.microsoft.com/office/drawing/2014/main" id="{241D9DD3-25AA-634F-A934-E1AA9D612C46}"/>
              </a:ext>
            </a:extLst>
          </p:cNvPr>
          <p:cNvSpPr/>
          <p:nvPr/>
        </p:nvSpPr>
        <p:spPr>
          <a:xfrm>
            <a:off x="6189027" y="4917779"/>
            <a:ext cx="243839" cy="19710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8" name="object 121">
            <a:extLst>
              <a:ext uri="{FF2B5EF4-FFF2-40B4-BE49-F238E27FC236}">
                <a16:creationId xmlns:a16="http://schemas.microsoft.com/office/drawing/2014/main" id="{6C00360F-AEF2-3E47-B85E-E96E1EDD8609}"/>
              </a:ext>
            </a:extLst>
          </p:cNvPr>
          <p:cNvSpPr/>
          <p:nvPr/>
        </p:nvSpPr>
        <p:spPr>
          <a:xfrm>
            <a:off x="6189027" y="5141772"/>
            <a:ext cx="350519" cy="1971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9" name="object 122">
            <a:extLst>
              <a:ext uri="{FF2B5EF4-FFF2-40B4-BE49-F238E27FC236}">
                <a16:creationId xmlns:a16="http://schemas.microsoft.com/office/drawing/2014/main" id="{800990D5-5786-E54B-9B65-5C3FCED461E5}"/>
              </a:ext>
            </a:extLst>
          </p:cNvPr>
          <p:cNvSpPr/>
          <p:nvPr/>
        </p:nvSpPr>
        <p:spPr>
          <a:xfrm>
            <a:off x="6189027" y="5365292"/>
            <a:ext cx="350519" cy="1971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0" name="object 123">
            <a:extLst>
              <a:ext uri="{FF2B5EF4-FFF2-40B4-BE49-F238E27FC236}">
                <a16:creationId xmlns:a16="http://schemas.microsoft.com/office/drawing/2014/main" id="{E0680CBD-A40D-0D43-A0A2-9BA4485FDBD0}"/>
              </a:ext>
            </a:extLst>
          </p:cNvPr>
          <p:cNvSpPr/>
          <p:nvPr/>
        </p:nvSpPr>
        <p:spPr>
          <a:xfrm>
            <a:off x="6189027" y="5589219"/>
            <a:ext cx="243839" cy="1971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1" name="object 124">
            <a:extLst>
              <a:ext uri="{FF2B5EF4-FFF2-40B4-BE49-F238E27FC236}">
                <a16:creationId xmlns:a16="http://schemas.microsoft.com/office/drawing/2014/main" id="{4D5785CC-4161-8A49-B74D-695D646456EA}"/>
              </a:ext>
            </a:extLst>
          </p:cNvPr>
          <p:cNvSpPr/>
          <p:nvPr/>
        </p:nvSpPr>
        <p:spPr>
          <a:xfrm>
            <a:off x="6189027" y="5813145"/>
            <a:ext cx="350519" cy="1971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2" name="object 125">
            <a:extLst>
              <a:ext uri="{FF2B5EF4-FFF2-40B4-BE49-F238E27FC236}">
                <a16:creationId xmlns:a16="http://schemas.microsoft.com/office/drawing/2014/main" id="{4A4984C7-893B-1E4A-B45C-185CA819361C}"/>
              </a:ext>
            </a:extLst>
          </p:cNvPr>
          <p:cNvSpPr/>
          <p:nvPr/>
        </p:nvSpPr>
        <p:spPr>
          <a:xfrm>
            <a:off x="6189027" y="6036665"/>
            <a:ext cx="350519" cy="1971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3" name="object 126">
            <a:extLst>
              <a:ext uri="{FF2B5EF4-FFF2-40B4-BE49-F238E27FC236}">
                <a16:creationId xmlns:a16="http://schemas.microsoft.com/office/drawing/2014/main" id="{1CF70673-96A5-3547-923E-94BFA9ACB32E}"/>
              </a:ext>
            </a:extLst>
          </p:cNvPr>
          <p:cNvSpPr/>
          <p:nvPr/>
        </p:nvSpPr>
        <p:spPr>
          <a:xfrm>
            <a:off x="8491283" y="2994982"/>
            <a:ext cx="1052407" cy="351367"/>
          </a:xfrm>
          <a:custGeom>
            <a:avLst/>
            <a:gdLst/>
            <a:ahLst/>
            <a:cxnLst/>
            <a:rect l="l" t="t" r="r" b="b"/>
            <a:pathLst>
              <a:path w="789304" h="263525">
                <a:moveTo>
                  <a:pt x="0" y="263283"/>
                </a:moveTo>
                <a:lnTo>
                  <a:pt x="789266" y="263283"/>
                </a:lnTo>
                <a:lnTo>
                  <a:pt x="789266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4" name="object 127">
            <a:extLst>
              <a:ext uri="{FF2B5EF4-FFF2-40B4-BE49-F238E27FC236}">
                <a16:creationId xmlns:a16="http://schemas.microsoft.com/office/drawing/2014/main" id="{44B342D5-5242-7845-85B1-EDEE69434A27}"/>
              </a:ext>
            </a:extLst>
          </p:cNvPr>
          <p:cNvSpPr/>
          <p:nvPr/>
        </p:nvSpPr>
        <p:spPr>
          <a:xfrm>
            <a:off x="8491283" y="3346060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5" name="object 128">
            <a:extLst>
              <a:ext uri="{FF2B5EF4-FFF2-40B4-BE49-F238E27FC236}">
                <a16:creationId xmlns:a16="http://schemas.microsoft.com/office/drawing/2014/main" id="{1A0CEC62-DC64-0F44-B108-3519F1BC47B5}"/>
              </a:ext>
            </a:extLst>
          </p:cNvPr>
          <p:cNvSpPr/>
          <p:nvPr/>
        </p:nvSpPr>
        <p:spPr>
          <a:xfrm>
            <a:off x="8491283" y="3795302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6" name="object 129">
            <a:extLst>
              <a:ext uri="{FF2B5EF4-FFF2-40B4-BE49-F238E27FC236}">
                <a16:creationId xmlns:a16="http://schemas.microsoft.com/office/drawing/2014/main" id="{BCE41FBD-155B-5B47-AE5C-C1FB15B5AF74}"/>
              </a:ext>
            </a:extLst>
          </p:cNvPr>
          <p:cNvSpPr/>
          <p:nvPr/>
        </p:nvSpPr>
        <p:spPr>
          <a:xfrm>
            <a:off x="8491283" y="4244712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7" name="object 130">
            <a:extLst>
              <a:ext uri="{FF2B5EF4-FFF2-40B4-BE49-F238E27FC236}">
                <a16:creationId xmlns:a16="http://schemas.microsoft.com/office/drawing/2014/main" id="{F3521D7A-DB6B-B24D-8019-820EF59F833C}"/>
              </a:ext>
            </a:extLst>
          </p:cNvPr>
          <p:cNvSpPr/>
          <p:nvPr/>
        </p:nvSpPr>
        <p:spPr>
          <a:xfrm>
            <a:off x="8491283" y="4693954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8" name="object 131">
            <a:extLst>
              <a:ext uri="{FF2B5EF4-FFF2-40B4-BE49-F238E27FC236}">
                <a16:creationId xmlns:a16="http://schemas.microsoft.com/office/drawing/2014/main" id="{E6398EF5-271D-E643-B2B2-3826F7BA5B4D}"/>
              </a:ext>
            </a:extLst>
          </p:cNvPr>
          <p:cNvSpPr/>
          <p:nvPr/>
        </p:nvSpPr>
        <p:spPr>
          <a:xfrm>
            <a:off x="8491283" y="5143314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9" name="object 132">
            <a:extLst>
              <a:ext uri="{FF2B5EF4-FFF2-40B4-BE49-F238E27FC236}">
                <a16:creationId xmlns:a16="http://schemas.microsoft.com/office/drawing/2014/main" id="{C119A189-9BCF-BA48-8ADB-419DFFDD48E7}"/>
              </a:ext>
            </a:extLst>
          </p:cNvPr>
          <p:cNvSpPr/>
          <p:nvPr/>
        </p:nvSpPr>
        <p:spPr>
          <a:xfrm>
            <a:off x="8491283" y="5592656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0" name="object 133">
            <a:extLst>
              <a:ext uri="{FF2B5EF4-FFF2-40B4-BE49-F238E27FC236}">
                <a16:creationId xmlns:a16="http://schemas.microsoft.com/office/drawing/2014/main" id="{E7002079-871B-0D4C-8D8F-738C1E752153}"/>
              </a:ext>
            </a:extLst>
          </p:cNvPr>
          <p:cNvSpPr/>
          <p:nvPr/>
        </p:nvSpPr>
        <p:spPr>
          <a:xfrm>
            <a:off x="8491283" y="6041999"/>
            <a:ext cx="1052407" cy="225213"/>
          </a:xfrm>
          <a:custGeom>
            <a:avLst/>
            <a:gdLst/>
            <a:ahLst/>
            <a:cxnLst/>
            <a:rect l="l" t="t" r="r" b="b"/>
            <a:pathLst>
              <a:path w="789304" h="168910">
                <a:moveTo>
                  <a:pt x="0" y="168503"/>
                </a:moveTo>
                <a:lnTo>
                  <a:pt x="789266" y="168503"/>
                </a:lnTo>
                <a:lnTo>
                  <a:pt x="789266" y="0"/>
                </a:lnTo>
                <a:lnTo>
                  <a:pt x="0" y="0"/>
                </a:lnTo>
                <a:lnTo>
                  <a:pt x="0" y="168503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41" name="object 134">
            <a:extLst>
              <a:ext uri="{FF2B5EF4-FFF2-40B4-BE49-F238E27FC236}">
                <a16:creationId xmlns:a16="http://schemas.microsoft.com/office/drawing/2014/main" id="{9CB4E923-9CDF-4744-9B98-391A272C0830}"/>
              </a:ext>
            </a:extLst>
          </p:cNvPr>
          <p:cNvGraphicFramePr>
            <a:graphicFrameLocks noGrp="1"/>
          </p:cNvGraphicFramePr>
          <p:nvPr/>
        </p:nvGraphicFramePr>
        <p:xfrm>
          <a:off x="8474350" y="2978065"/>
          <a:ext cx="1052407" cy="3288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5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42" name="object 135">
            <a:extLst>
              <a:ext uri="{FF2B5EF4-FFF2-40B4-BE49-F238E27FC236}">
                <a16:creationId xmlns:a16="http://schemas.microsoft.com/office/drawing/2014/main" id="{BD79C5CE-5694-784E-98DA-3D38269CD6ED}"/>
              </a:ext>
            </a:extLst>
          </p:cNvPr>
          <p:cNvSpPr/>
          <p:nvPr/>
        </p:nvSpPr>
        <p:spPr>
          <a:xfrm>
            <a:off x="8646223" y="2984668"/>
            <a:ext cx="843109" cy="19507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3" name="object 136">
            <a:extLst>
              <a:ext uri="{FF2B5EF4-FFF2-40B4-BE49-F238E27FC236}">
                <a16:creationId xmlns:a16="http://schemas.microsoft.com/office/drawing/2014/main" id="{668F6EE9-C15C-E44C-90FF-EBAD37542220}"/>
              </a:ext>
            </a:extLst>
          </p:cNvPr>
          <p:cNvSpPr/>
          <p:nvPr/>
        </p:nvSpPr>
        <p:spPr>
          <a:xfrm>
            <a:off x="8881935" y="3147229"/>
            <a:ext cx="340360" cy="19507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4" name="object 137">
            <a:extLst>
              <a:ext uri="{FF2B5EF4-FFF2-40B4-BE49-F238E27FC236}">
                <a16:creationId xmlns:a16="http://schemas.microsoft.com/office/drawing/2014/main" id="{026397F1-D1C0-2E43-8024-F5629F654A9B}"/>
              </a:ext>
            </a:extLst>
          </p:cNvPr>
          <p:cNvSpPr/>
          <p:nvPr/>
        </p:nvSpPr>
        <p:spPr>
          <a:xfrm>
            <a:off x="8614556" y="3351208"/>
            <a:ext cx="385757" cy="1975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5" name="object 138">
            <a:extLst>
              <a:ext uri="{FF2B5EF4-FFF2-40B4-BE49-F238E27FC236}">
                <a16:creationId xmlns:a16="http://schemas.microsoft.com/office/drawing/2014/main" id="{5DE2F2E2-B827-1649-AC50-2487939B3820}"/>
              </a:ext>
            </a:extLst>
          </p:cNvPr>
          <p:cNvSpPr/>
          <p:nvPr/>
        </p:nvSpPr>
        <p:spPr>
          <a:xfrm>
            <a:off x="8614557" y="3575914"/>
            <a:ext cx="325628" cy="19750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6" name="object 139">
            <a:extLst>
              <a:ext uri="{FF2B5EF4-FFF2-40B4-BE49-F238E27FC236}">
                <a16:creationId xmlns:a16="http://schemas.microsoft.com/office/drawing/2014/main" id="{51DCE51B-2723-EA41-AFB1-64123DA54105}"/>
              </a:ext>
            </a:extLst>
          </p:cNvPr>
          <p:cNvSpPr/>
          <p:nvPr/>
        </p:nvSpPr>
        <p:spPr>
          <a:xfrm>
            <a:off x="8614557" y="3800619"/>
            <a:ext cx="517279" cy="19750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7" name="object 140">
            <a:extLst>
              <a:ext uri="{FF2B5EF4-FFF2-40B4-BE49-F238E27FC236}">
                <a16:creationId xmlns:a16="http://schemas.microsoft.com/office/drawing/2014/main" id="{FA0DF40E-0560-524E-9AB8-A9F2CE3FF2F2}"/>
              </a:ext>
            </a:extLst>
          </p:cNvPr>
          <p:cNvSpPr/>
          <p:nvPr/>
        </p:nvSpPr>
        <p:spPr>
          <a:xfrm>
            <a:off x="8614556" y="4025324"/>
            <a:ext cx="410141" cy="19750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8" name="object 141">
            <a:extLst>
              <a:ext uri="{FF2B5EF4-FFF2-40B4-BE49-F238E27FC236}">
                <a16:creationId xmlns:a16="http://schemas.microsoft.com/office/drawing/2014/main" id="{77403687-B302-344C-8FEF-6D9ABC983895}"/>
              </a:ext>
            </a:extLst>
          </p:cNvPr>
          <p:cNvSpPr/>
          <p:nvPr/>
        </p:nvSpPr>
        <p:spPr>
          <a:xfrm>
            <a:off x="8614556" y="4250605"/>
            <a:ext cx="434525" cy="1971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9" name="object 142">
            <a:extLst>
              <a:ext uri="{FF2B5EF4-FFF2-40B4-BE49-F238E27FC236}">
                <a16:creationId xmlns:a16="http://schemas.microsoft.com/office/drawing/2014/main" id="{774E7A7C-2B0E-7F44-A30C-2D770E217EF8}"/>
              </a:ext>
            </a:extLst>
          </p:cNvPr>
          <p:cNvSpPr/>
          <p:nvPr/>
        </p:nvSpPr>
        <p:spPr>
          <a:xfrm>
            <a:off x="8614557" y="4475311"/>
            <a:ext cx="351028" cy="19710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0" name="object 143">
            <a:extLst>
              <a:ext uri="{FF2B5EF4-FFF2-40B4-BE49-F238E27FC236}">
                <a16:creationId xmlns:a16="http://schemas.microsoft.com/office/drawing/2014/main" id="{CC3826B1-643B-3347-B4A1-440503D1A162}"/>
              </a:ext>
            </a:extLst>
          </p:cNvPr>
          <p:cNvSpPr/>
          <p:nvPr/>
        </p:nvSpPr>
        <p:spPr>
          <a:xfrm>
            <a:off x="8614556" y="4700015"/>
            <a:ext cx="410141" cy="19710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1" name="object 144">
            <a:extLst>
              <a:ext uri="{FF2B5EF4-FFF2-40B4-BE49-F238E27FC236}">
                <a16:creationId xmlns:a16="http://schemas.microsoft.com/office/drawing/2014/main" id="{60DD7D4B-E2DB-3A48-B268-5DADF67AB9F4}"/>
              </a:ext>
            </a:extLst>
          </p:cNvPr>
          <p:cNvSpPr/>
          <p:nvPr/>
        </p:nvSpPr>
        <p:spPr>
          <a:xfrm>
            <a:off x="8614556" y="4924720"/>
            <a:ext cx="434525" cy="19710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2" name="object 145">
            <a:extLst>
              <a:ext uri="{FF2B5EF4-FFF2-40B4-BE49-F238E27FC236}">
                <a16:creationId xmlns:a16="http://schemas.microsoft.com/office/drawing/2014/main" id="{88CC01A8-87FF-BB44-8926-96093230259C}"/>
              </a:ext>
            </a:extLst>
          </p:cNvPr>
          <p:cNvSpPr/>
          <p:nvPr/>
        </p:nvSpPr>
        <p:spPr>
          <a:xfrm>
            <a:off x="8614556" y="5149493"/>
            <a:ext cx="410141" cy="19710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3" name="object 146">
            <a:extLst>
              <a:ext uri="{FF2B5EF4-FFF2-40B4-BE49-F238E27FC236}">
                <a16:creationId xmlns:a16="http://schemas.microsoft.com/office/drawing/2014/main" id="{943635DB-8C55-0F4A-9F60-4C83B2F54B5C}"/>
              </a:ext>
            </a:extLst>
          </p:cNvPr>
          <p:cNvSpPr/>
          <p:nvPr/>
        </p:nvSpPr>
        <p:spPr>
          <a:xfrm>
            <a:off x="8614556" y="5374233"/>
            <a:ext cx="434525" cy="19710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4" name="object 147">
            <a:extLst>
              <a:ext uri="{FF2B5EF4-FFF2-40B4-BE49-F238E27FC236}">
                <a16:creationId xmlns:a16="http://schemas.microsoft.com/office/drawing/2014/main" id="{2D026C1C-A86D-8741-813C-CD40BC533C02}"/>
              </a:ext>
            </a:extLst>
          </p:cNvPr>
          <p:cNvSpPr/>
          <p:nvPr/>
        </p:nvSpPr>
        <p:spPr>
          <a:xfrm>
            <a:off x="8614557" y="5598972"/>
            <a:ext cx="517279" cy="19710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5" name="object 148">
            <a:extLst>
              <a:ext uri="{FF2B5EF4-FFF2-40B4-BE49-F238E27FC236}">
                <a16:creationId xmlns:a16="http://schemas.microsoft.com/office/drawing/2014/main" id="{A4071D32-9B66-8F4D-AEDB-58B54BEA74D9}"/>
              </a:ext>
            </a:extLst>
          </p:cNvPr>
          <p:cNvSpPr/>
          <p:nvPr/>
        </p:nvSpPr>
        <p:spPr>
          <a:xfrm>
            <a:off x="8614557" y="5823712"/>
            <a:ext cx="325628" cy="19710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6" name="object 149">
            <a:extLst>
              <a:ext uri="{FF2B5EF4-FFF2-40B4-BE49-F238E27FC236}">
                <a16:creationId xmlns:a16="http://schemas.microsoft.com/office/drawing/2014/main" id="{3A7685A3-012D-F041-882E-9A7C1565DB09}"/>
              </a:ext>
            </a:extLst>
          </p:cNvPr>
          <p:cNvSpPr/>
          <p:nvPr/>
        </p:nvSpPr>
        <p:spPr>
          <a:xfrm>
            <a:off x="8614556" y="6048451"/>
            <a:ext cx="385757" cy="19710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7" name="object 150">
            <a:extLst>
              <a:ext uri="{FF2B5EF4-FFF2-40B4-BE49-F238E27FC236}">
                <a16:creationId xmlns:a16="http://schemas.microsoft.com/office/drawing/2014/main" id="{7FEE2220-848F-A847-80A3-ADED794A69A5}"/>
              </a:ext>
            </a:extLst>
          </p:cNvPr>
          <p:cNvSpPr/>
          <p:nvPr/>
        </p:nvSpPr>
        <p:spPr>
          <a:xfrm>
            <a:off x="7411953" y="4466337"/>
            <a:ext cx="918633" cy="723900"/>
          </a:xfrm>
          <a:custGeom>
            <a:avLst/>
            <a:gdLst/>
            <a:ahLst/>
            <a:cxnLst/>
            <a:rect l="l" t="t" r="r" b="b"/>
            <a:pathLst>
              <a:path w="688975" h="542925">
                <a:moveTo>
                  <a:pt x="417575" y="0"/>
                </a:moveTo>
                <a:lnTo>
                  <a:pt x="417575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417575" y="406908"/>
                </a:lnTo>
                <a:lnTo>
                  <a:pt x="417575" y="542544"/>
                </a:lnTo>
                <a:lnTo>
                  <a:pt x="688848" y="271272"/>
                </a:lnTo>
                <a:lnTo>
                  <a:pt x="417575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341B185-0FA1-3F4C-85AD-394E5A823B3E}"/>
              </a:ext>
            </a:extLst>
          </p:cNvPr>
          <p:cNvSpPr txBox="1"/>
          <p:nvPr/>
        </p:nvSpPr>
        <p:spPr>
          <a:xfrm>
            <a:off x="7194180" y="3603011"/>
            <a:ext cx="1257637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Gain for every candidate</a:t>
            </a:r>
          </a:p>
        </p:txBody>
      </p:sp>
      <p:sp>
        <p:nvSpPr>
          <p:cNvPr id="261" name="object 54">
            <a:extLst>
              <a:ext uri="{FF2B5EF4-FFF2-40B4-BE49-F238E27FC236}">
                <a16:creationId xmlns:a16="http://schemas.microsoft.com/office/drawing/2014/main" id="{010E327C-6C80-B343-8460-C866AC660E41}"/>
              </a:ext>
            </a:extLst>
          </p:cNvPr>
          <p:cNvSpPr/>
          <p:nvPr/>
        </p:nvSpPr>
        <p:spPr>
          <a:xfrm>
            <a:off x="3036403" y="3000062"/>
            <a:ext cx="855980" cy="351367"/>
          </a:xfrm>
          <a:custGeom>
            <a:avLst/>
            <a:gdLst/>
            <a:ahLst/>
            <a:cxnLst/>
            <a:rect l="l" t="t" r="r" b="b"/>
            <a:pathLst>
              <a:path w="641985" h="263525">
                <a:moveTo>
                  <a:pt x="0" y="263283"/>
                </a:moveTo>
                <a:lnTo>
                  <a:pt x="641591" y="263283"/>
                </a:lnTo>
                <a:lnTo>
                  <a:pt x="641591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2" name="object 55">
            <a:extLst>
              <a:ext uri="{FF2B5EF4-FFF2-40B4-BE49-F238E27FC236}">
                <a16:creationId xmlns:a16="http://schemas.microsoft.com/office/drawing/2014/main" id="{0AD08134-9124-1C45-8B87-00DEB0FBF876}"/>
              </a:ext>
            </a:extLst>
          </p:cNvPr>
          <p:cNvSpPr/>
          <p:nvPr/>
        </p:nvSpPr>
        <p:spPr>
          <a:xfrm>
            <a:off x="3891875" y="3000062"/>
            <a:ext cx="777240" cy="351367"/>
          </a:xfrm>
          <a:custGeom>
            <a:avLst/>
            <a:gdLst/>
            <a:ahLst/>
            <a:cxnLst/>
            <a:rect l="l" t="t" r="r" b="b"/>
            <a:pathLst>
              <a:path w="582929" h="263525">
                <a:moveTo>
                  <a:pt x="0" y="263283"/>
                </a:moveTo>
                <a:lnTo>
                  <a:pt x="582409" y="263283"/>
                </a:lnTo>
                <a:lnTo>
                  <a:pt x="582409" y="0"/>
                </a:lnTo>
                <a:lnTo>
                  <a:pt x="0" y="0"/>
                </a:lnTo>
                <a:lnTo>
                  <a:pt x="0" y="26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3" name="object 56">
            <a:extLst>
              <a:ext uri="{FF2B5EF4-FFF2-40B4-BE49-F238E27FC236}">
                <a16:creationId xmlns:a16="http://schemas.microsoft.com/office/drawing/2014/main" id="{D44B9778-E1AE-864E-B82F-51E50CEE8CE6}"/>
              </a:ext>
            </a:extLst>
          </p:cNvPr>
          <p:cNvSpPr/>
          <p:nvPr/>
        </p:nvSpPr>
        <p:spPr>
          <a:xfrm>
            <a:off x="3036403" y="335112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4" name="object 57">
            <a:extLst>
              <a:ext uri="{FF2B5EF4-FFF2-40B4-BE49-F238E27FC236}">
                <a16:creationId xmlns:a16="http://schemas.microsoft.com/office/drawing/2014/main" id="{86AA778D-1753-C14E-9B65-D7F5EC354C86}"/>
              </a:ext>
            </a:extLst>
          </p:cNvPr>
          <p:cNvSpPr/>
          <p:nvPr/>
        </p:nvSpPr>
        <p:spPr>
          <a:xfrm>
            <a:off x="3891875" y="335112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5" name="object 58">
            <a:extLst>
              <a:ext uri="{FF2B5EF4-FFF2-40B4-BE49-F238E27FC236}">
                <a16:creationId xmlns:a16="http://schemas.microsoft.com/office/drawing/2014/main" id="{079C57F0-891C-164E-8A31-304D2BA159AC}"/>
              </a:ext>
            </a:extLst>
          </p:cNvPr>
          <p:cNvSpPr/>
          <p:nvPr/>
        </p:nvSpPr>
        <p:spPr>
          <a:xfrm>
            <a:off x="3036403" y="3786987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30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6" name="object 59">
            <a:extLst>
              <a:ext uri="{FF2B5EF4-FFF2-40B4-BE49-F238E27FC236}">
                <a16:creationId xmlns:a16="http://schemas.microsoft.com/office/drawing/2014/main" id="{EAF1CC14-417E-4342-B16B-730B781C8F87}"/>
              </a:ext>
            </a:extLst>
          </p:cNvPr>
          <p:cNvSpPr/>
          <p:nvPr/>
        </p:nvSpPr>
        <p:spPr>
          <a:xfrm>
            <a:off x="3891875" y="3786987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30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7" name="object 60">
            <a:extLst>
              <a:ext uri="{FF2B5EF4-FFF2-40B4-BE49-F238E27FC236}">
                <a16:creationId xmlns:a16="http://schemas.microsoft.com/office/drawing/2014/main" id="{00A2F195-344E-F849-A582-73E38B598A06}"/>
              </a:ext>
            </a:extLst>
          </p:cNvPr>
          <p:cNvSpPr/>
          <p:nvPr/>
        </p:nvSpPr>
        <p:spPr>
          <a:xfrm>
            <a:off x="3036403" y="4222681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8" name="object 61">
            <a:extLst>
              <a:ext uri="{FF2B5EF4-FFF2-40B4-BE49-F238E27FC236}">
                <a16:creationId xmlns:a16="http://schemas.microsoft.com/office/drawing/2014/main" id="{2D76DB32-DF09-5447-B1F2-C902B87789AF}"/>
              </a:ext>
            </a:extLst>
          </p:cNvPr>
          <p:cNvSpPr/>
          <p:nvPr/>
        </p:nvSpPr>
        <p:spPr>
          <a:xfrm>
            <a:off x="3891875" y="4222681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9" name="object 62">
            <a:extLst>
              <a:ext uri="{FF2B5EF4-FFF2-40B4-BE49-F238E27FC236}">
                <a16:creationId xmlns:a16="http://schemas.microsoft.com/office/drawing/2014/main" id="{89F8260B-1998-2D45-90C3-6F6D099FC9A1}"/>
              </a:ext>
            </a:extLst>
          </p:cNvPr>
          <p:cNvSpPr/>
          <p:nvPr/>
        </p:nvSpPr>
        <p:spPr>
          <a:xfrm>
            <a:off x="3036403" y="465854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0" name="object 63">
            <a:extLst>
              <a:ext uri="{FF2B5EF4-FFF2-40B4-BE49-F238E27FC236}">
                <a16:creationId xmlns:a16="http://schemas.microsoft.com/office/drawing/2014/main" id="{12E6B544-D054-6048-962D-BE3C92953F81}"/>
              </a:ext>
            </a:extLst>
          </p:cNvPr>
          <p:cNvSpPr/>
          <p:nvPr/>
        </p:nvSpPr>
        <p:spPr>
          <a:xfrm>
            <a:off x="3891875" y="465854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1" name="object 64">
            <a:extLst>
              <a:ext uri="{FF2B5EF4-FFF2-40B4-BE49-F238E27FC236}">
                <a16:creationId xmlns:a16="http://schemas.microsoft.com/office/drawing/2014/main" id="{2906C2EA-9E72-834B-B2DD-518CE38D7B4D}"/>
              </a:ext>
            </a:extLst>
          </p:cNvPr>
          <p:cNvSpPr/>
          <p:nvPr/>
        </p:nvSpPr>
        <p:spPr>
          <a:xfrm>
            <a:off x="3036403" y="5094393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2" name="object 65">
            <a:extLst>
              <a:ext uri="{FF2B5EF4-FFF2-40B4-BE49-F238E27FC236}">
                <a16:creationId xmlns:a16="http://schemas.microsoft.com/office/drawing/2014/main" id="{E6FCC39F-2974-BD40-AF64-2FDB6C18563A}"/>
              </a:ext>
            </a:extLst>
          </p:cNvPr>
          <p:cNvSpPr/>
          <p:nvPr/>
        </p:nvSpPr>
        <p:spPr>
          <a:xfrm>
            <a:off x="3891875" y="5094393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3" name="object 66">
            <a:extLst>
              <a:ext uri="{FF2B5EF4-FFF2-40B4-BE49-F238E27FC236}">
                <a16:creationId xmlns:a16="http://schemas.microsoft.com/office/drawing/2014/main" id="{41880304-4588-8E43-82C5-E82197FC9CDF}"/>
              </a:ext>
            </a:extLst>
          </p:cNvPr>
          <p:cNvSpPr/>
          <p:nvPr/>
        </p:nvSpPr>
        <p:spPr>
          <a:xfrm>
            <a:off x="3036403" y="5530205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4" name="object 67">
            <a:extLst>
              <a:ext uri="{FF2B5EF4-FFF2-40B4-BE49-F238E27FC236}">
                <a16:creationId xmlns:a16="http://schemas.microsoft.com/office/drawing/2014/main" id="{A7DECDFD-3769-4942-9E5D-793DFB63683E}"/>
              </a:ext>
            </a:extLst>
          </p:cNvPr>
          <p:cNvSpPr/>
          <p:nvPr/>
        </p:nvSpPr>
        <p:spPr>
          <a:xfrm>
            <a:off x="3891875" y="5530205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5" name="object 68">
            <a:extLst>
              <a:ext uri="{FF2B5EF4-FFF2-40B4-BE49-F238E27FC236}">
                <a16:creationId xmlns:a16="http://schemas.microsoft.com/office/drawing/2014/main" id="{354C0C7C-6E9F-9248-9B11-4A47FA7C1291}"/>
              </a:ext>
            </a:extLst>
          </p:cNvPr>
          <p:cNvSpPr/>
          <p:nvPr/>
        </p:nvSpPr>
        <p:spPr>
          <a:xfrm>
            <a:off x="3036403" y="5966036"/>
            <a:ext cx="855980" cy="218440"/>
          </a:xfrm>
          <a:custGeom>
            <a:avLst/>
            <a:gdLst/>
            <a:ahLst/>
            <a:cxnLst/>
            <a:rect l="l" t="t" r="r" b="b"/>
            <a:pathLst>
              <a:path w="641985" h="163829">
                <a:moveTo>
                  <a:pt x="0" y="163436"/>
                </a:moveTo>
                <a:lnTo>
                  <a:pt x="641591" y="163436"/>
                </a:lnTo>
                <a:lnTo>
                  <a:pt x="64159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6" name="object 69">
            <a:extLst>
              <a:ext uri="{FF2B5EF4-FFF2-40B4-BE49-F238E27FC236}">
                <a16:creationId xmlns:a16="http://schemas.microsoft.com/office/drawing/2014/main" id="{6B4F3D9A-3D5A-3A45-8C40-CC9FAD8DB46A}"/>
              </a:ext>
            </a:extLst>
          </p:cNvPr>
          <p:cNvSpPr/>
          <p:nvPr/>
        </p:nvSpPr>
        <p:spPr>
          <a:xfrm>
            <a:off x="3891875" y="5966036"/>
            <a:ext cx="777240" cy="218440"/>
          </a:xfrm>
          <a:custGeom>
            <a:avLst/>
            <a:gdLst/>
            <a:ahLst/>
            <a:cxnLst/>
            <a:rect l="l" t="t" r="r" b="b"/>
            <a:pathLst>
              <a:path w="582929" h="163829">
                <a:moveTo>
                  <a:pt x="0" y="163436"/>
                </a:moveTo>
                <a:lnTo>
                  <a:pt x="582409" y="163436"/>
                </a:lnTo>
                <a:lnTo>
                  <a:pt x="58240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77" name="object 70">
            <a:extLst>
              <a:ext uri="{FF2B5EF4-FFF2-40B4-BE49-F238E27FC236}">
                <a16:creationId xmlns:a16="http://schemas.microsoft.com/office/drawing/2014/main" id="{07B514C8-543D-A24A-9A89-CD200C41EBDB}"/>
              </a:ext>
            </a:extLst>
          </p:cNvPr>
          <p:cNvGraphicFramePr>
            <a:graphicFrameLocks noGrp="1"/>
          </p:cNvGraphicFramePr>
          <p:nvPr/>
        </p:nvGraphicFramePr>
        <p:xfrm>
          <a:off x="3036403" y="2983145"/>
          <a:ext cx="1632373" cy="34187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78" name="object 71">
            <a:extLst>
              <a:ext uri="{FF2B5EF4-FFF2-40B4-BE49-F238E27FC236}">
                <a16:creationId xmlns:a16="http://schemas.microsoft.com/office/drawing/2014/main" id="{EE38A24F-8DDD-8D42-969F-5D1E9394F5F5}"/>
              </a:ext>
            </a:extLst>
          </p:cNvPr>
          <p:cNvSpPr/>
          <p:nvPr/>
        </p:nvSpPr>
        <p:spPr>
          <a:xfrm>
            <a:off x="3176103" y="3070284"/>
            <a:ext cx="649224" cy="195477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9" name="object 72">
            <a:extLst>
              <a:ext uri="{FF2B5EF4-FFF2-40B4-BE49-F238E27FC236}">
                <a16:creationId xmlns:a16="http://schemas.microsoft.com/office/drawing/2014/main" id="{B012B586-1FF3-044B-8226-7397FB5E59B8}"/>
              </a:ext>
            </a:extLst>
          </p:cNvPr>
          <p:cNvSpPr/>
          <p:nvPr/>
        </p:nvSpPr>
        <p:spPr>
          <a:xfrm>
            <a:off x="4141302" y="2989409"/>
            <a:ext cx="375513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0" name="object 73">
            <a:extLst>
              <a:ext uri="{FF2B5EF4-FFF2-40B4-BE49-F238E27FC236}">
                <a16:creationId xmlns:a16="http://schemas.microsoft.com/office/drawing/2014/main" id="{2CA6399B-80CB-9740-93C7-FBFEBDDD59B8}"/>
              </a:ext>
            </a:extLst>
          </p:cNvPr>
          <p:cNvSpPr/>
          <p:nvPr/>
        </p:nvSpPr>
        <p:spPr>
          <a:xfrm>
            <a:off x="4025477" y="3151564"/>
            <a:ext cx="582896" cy="195477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1" name="object 74">
            <a:extLst>
              <a:ext uri="{FF2B5EF4-FFF2-40B4-BE49-F238E27FC236}">
                <a16:creationId xmlns:a16="http://schemas.microsoft.com/office/drawing/2014/main" id="{78763ADF-F20D-1347-8FF5-F0178D9A6795}"/>
              </a:ext>
            </a:extLst>
          </p:cNvPr>
          <p:cNvSpPr/>
          <p:nvPr/>
        </p:nvSpPr>
        <p:spPr>
          <a:xfrm>
            <a:off x="3159169" y="3353647"/>
            <a:ext cx="243840" cy="1971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2" name="object 75">
            <a:extLst>
              <a:ext uri="{FF2B5EF4-FFF2-40B4-BE49-F238E27FC236}">
                <a16:creationId xmlns:a16="http://schemas.microsoft.com/office/drawing/2014/main" id="{2987EAF6-437E-2542-9AAC-8946DA5FBD3B}"/>
              </a:ext>
            </a:extLst>
          </p:cNvPr>
          <p:cNvSpPr/>
          <p:nvPr/>
        </p:nvSpPr>
        <p:spPr>
          <a:xfrm>
            <a:off x="4192101" y="3355677"/>
            <a:ext cx="262128" cy="1950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3" name="object 76">
            <a:extLst>
              <a:ext uri="{FF2B5EF4-FFF2-40B4-BE49-F238E27FC236}">
                <a16:creationId xmlns:a16="http://schemas.microsoft.com/office/drawing/2014/main" id="{96375B87-C3FF-5C42-9489-B13874EA8E32}"/>
              </a:ext>
            </a:extLst>
          </p:cNvPr>
          <p:cNvSpPr/>
          <p:nvPr/>
        </p:nvSpPr>
        <p:spPr>
          <a:xfrm>
            <a:off x="3159169" y="3571410"/>
            <a:ext cx="243840" cy="197103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4" name="object 77">
            <a:extLst>
              <a:ext uri="{FF2B5EF4-FFF2-40B4-BE49-F238E27FC236}">
                <a16:creationId xmlns:a16="http://schemas.microsoft.com/office/drawing/2014/main" id="{B10BD845-7F67-8448-BCE8-1ED25B729021}"/>
              </a:ext>
            </a:extLst>
          </p:cNvPr>
          <p:cNvSpPr/>
          <p:nvPr/>
        </p:nvSpPr>
        <p:spPr>
          <a:xfrm>
            <a:off x="4153494" y="3573440"/>
            <a:ext cx="335956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5" name="object 78">
            <a:extLst>
              <a:ext uri="{FF2B5EF4-FFF2-40B4-BE49-F238E27FC236}">
                <a16:creationId xmlns:a16="http://schemas.microsoft.com/office/drawing/2014/main" id="{9127427D-AF9D-7746-B9DF-FA73825995A6}"/>
              </a:ext>
            </a:extLst>
          </p:cNvPr>
          <p:cNvSpPr/>
          <p:nvPr/>
        </p:nvSpPr>
        <p:spPr>
          <a:xfrm>
            <a:off x="3159169" y="3788935"/>
            <a:ext cx="234696" cy="19750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6" name="object 79">
            <a:extLst>
              <a:ext uri="{FF2B5EF4-FFF2-40B4-BE49-F238E27FC236}">
                <a16:creationId xmlns:a16="http://schemas.microsoft.com/office/drawing/2014/main" id="{664A6F4C-F14E-0548-86CA-71401894B161}"/>
              </a:ext>
            </a:extLst>
          </p:cNvPr>
          <p:cNvSpPr/>
          <p:nvPr/>
        </p:nvSpPr>
        <p:spPr>
          <a:xfrm>
            <a:off x="4153494" y="3790967"/>
            <a:ext cx="335956" cy="19547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7" name="object 80">
            <a:extLst>
              <a:ext uri="{FF2B5EF4-FFF2-40B4-BE49-F238E27FC236}">
                <a16:creationId xmlns:a16="http://schemas.microsoft.com/office/drawing/2014/main" id="{6CE78667-2888-2947-9129-27C5B698C955}"/>
              </a:ext>
            </a:extLst>
          </p:cNvPr>
          <p:cNvSpPr/>
          <p:nvPr/>
        </p:nvSpPr>
        <p:spPr>
          <a:xfrm>
            <a:off x="3159169" y="4007443"/>
            <a:ext cx="234696" cy="19710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8" name="object 81">
            <a:extLst>
              <a:ext uri="{FF2B5EF4-FFF2-40B4-BE49-F238E27FC236}">
                <a16:creationId xmlns:a16="http://schemas.microsoft.com/office/drawing/2014/main" id="{09DDC329-E9BD-164B-BCB5-7B359754CB1A}"/>
              </a:ext>
            </a:extLst>
          </p:cNvPr>
          <p:cNvSpPr/>
          <p:nvPr/>
        </p:nvSpPr>
        <p:spPr>
          <a:xfrm>
            <a:off x="4153494" y="4009473"/>
            <a:ext cx="335956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9" name="object 82">
            <a:extLst>
              <a:ext uri="{FF2B5EF4-FFF2-40B4-BE49-F238E27FC236}">
                <a16:creationId xmlns:a16="http://schemas.microsoft.com/office/drawing/2014/main" id="{BAE53904-A95B-2843-BCF8-7E20263BDF44}"/>
              </a:ext>
            </a:extLst>
          </p:cNvPr>
          <p:cNvSpPr/>
          <p:nvPr/>
        </p:nvSpPr>
        <p:spPr>
          <a:xfrm>
            <a:off x="3159170" y="4225373"/>
            <a:ext cx="225551" cy="1971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0" name="object 83">
            <a:extLst>
              <a:ext uri="{FF2B5EF4-FFF2-40B4-BE49-F238E27FC236}">
                <a16:creationId xmlns:a16="http://schemas.microsoft.com/office/drawing/2014/main" id="{913E28E8-E226-DE47-8FCC-BE09793F5921}"/>
              </a:ext>
            </a:extLst>
          </p:cNvPr>
          <p:cNvSpPr/>
          <p:nvPr/>
        </p:nvSpPr>
        <p:spPr>
          <a:xfrm>
            <a:off x="4153494" y="4227405"/>
            <a:ext cx="335956" cy="1950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1" name="object 84">
            <a:extLst>
              <a:ext uri="{FF2B5EF4-FFF2-40B4-BE49-F238E27FC236}">
                <a16:creationId xmlns:a16="http://schemas.microsoft.com/office/drawing/2014/main" id="{C125A90E-68E9-ED4E-AEE2-75AFAA18ABFD}"/>
              </a:ext>
            </a:extLst>
          </p:cNvPr>
          <p:cNvSpPr/>
          <p:nvPr/>
        </p:nvSpPr>
        <p:spPr>
          <a:xfrm>
            <a:off x="3159169" y="4442731"/>
            <a:ext cx="234696" cy="19750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2" name="object 85">
            <a:extLst>
              <a:ext uri="{FF2B5EF4-FFF2-40B4-BE49-F238E27FC236}">
                <a16:creationId xmlns:a16="http://schemas.microsoft.com/office/drawing/2014/main" id="{B49DDB57-7209-7A42-BD6B-8FB853EC361E}"/>
              </a:ext>
            </a:extLst>
          </p:cNvPr>
          <p:cNvSpPr/>
          <p:nvPr/>
        </p:nvSpPr>
        <p:spPr>
          <a:xfrm>
            <a:off x="4153494" y="4444763"/>
            <a:ext cx="335956" cy="19547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3" name="object 86">
            <a:extLst>
              <a:ext uri="{FF2B5EF4-FFF2-40B4-BE49-F238E27FC236}">
                <a16:creationId xmlns:a16="http://schemas.microsoft.com/office/drawing/2014/main" id="{ADF9301B-AB1E-1F4A-8AFD-2B56E0DBCB3D}"/>
              </a:ext>
            </a:extLst>
          </p:cNvPr>
          <p:cNvSpPr/>
          <p:nvPr/>
        </p:nvSpPr>
        <p:spPr>
          <a:xfrm>
            <a:off x="3159169" y="4661407"/>
            <a:ext cx="243840" cy="197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4" name="object 87">
            <a:extLst>
              <a:ext uri="{FF2B5EF4-FFF2-40B4-BE49-F238E27FC236}">
                <a16:creationId xmlns:a16="http://schemas.microsoft.com/office/drawing/2014/main" id="{DC86FFE5-3E97-F94A-9A75-06941F46FDF4}"/>
              </a:ext>
            </a:extLst>
          </p:cNvPr>
          <p:cNvSpPr/>
          <p:nvPr/>
        </p:nvSpPr>
        <p:spPr>
          <a:xfrm>
            <a:off x="4153494" y="4663439"/>
            <a:ext cx="335956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5" name="object 88">
            <a:extLst>
              <a:ext uri="{FF2B5EF4-FFF2-40B4-BE49-F238E27FC236}">
                <a16:creationId xmlns:a16="http://schemas.microsoft.com/office/drawing/2014/main" id="{768C2448-28D5-E14F-A73F-6A511659B72B}"/>
              </a:ext>
            </a:extLst>
          </p:cNvPr>
          <p:cNvSpPr/>
          <p:nvPr/>
        </p:nvSpPr>
        <p:spPr>
          <a:xfrm>
            <a:off x="3159169" y="4879171"/>
            <a:ext cx="234696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6" name="object 89">
            <a:extLst>
              <a:ext uri="{FF2B5EF4-FFF2-40B4-BE49-F238E27FC236}">
                <a16:creationId xmlns:a16="http://schemas.microsoft.com/office/drawing/2014/main" id="{FA2833C7-E89F-7B4F-A831-BEDA640D4934}"/>
              </a:ext>
            </a:extLst>
          </p:cNvPr>
          <p:cNvSpPr/>
          <p:nvPr/>
        </p:nvSpPr>
        <p:spPr>
          <a:xfrm>
            <a:off x="4192101" y="4881203"/>
            <a:ext cx="262128" cy="195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7" name="object 90">
            <a:extLst>
              <a:ext uri="{FF2B5EF4-FFF2-40B4-BE49-F238E27FC236}">
                <a16:creationId xmlns:a16="http://schemas.microsoft.com/office/drawing/2014/main" id="{70130439-3761-7B4A-A958-67D7800C240D}"/>
              </a:ext>
            </a:extLst>
          </p:cNvPr>
          <p:cNvSpPr/>
          <p:nvPr/>
        </p:nvSpPr>
        <p:spPr>
          <a:xfrm>
            <a:off x="3159169" y="5097475"/>
            <a:ext cx="243840" cy="1971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8" name="object 91">
            <a:extLst>
              <a:ext uri="{FF2B5EF4-FFF2-40B4-BE49-F238E27FC236}">
                <a16:creationId xmlns:a16="http://schemas.microsoft.com/office/drawing/2014/main" id="{907F0C95-8E2A-F740-9B9D-926E3376BB8A}"/>
              </a:ext>
            </a:extLst>
          </p:cNvPr>
          <p:cNvSpPr/>
          <p:nvPr/>
        </p:nvSpPr>
        <p:spPr>
          <a:xfrm>
            <a:off x="4153494" y="5099507"/>
            <a:ext cx="335956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9" name="object 92">
            <a:extLst>
              <a:ext uri="{FF2B5EF4-FFF2-40B4-BE49-F238E27FC236}">
                <a16:creationId xmlns:a16="http://schemas.microsoft.com/office/drawing/2014/main" id="{DB17B0FB-8F66-0042-8F70-0CDBDFCBE74E}"/>
              </a:ext>
            </a:extLst>
          </p:cNvPr>
          <p:cNvSpPr/>
          <p:nvPr/>
        </p:nvSpPr>
        <p:spPr>
          <a:xfrm>
            <a:off x="3159169" y="5315305"/>
            <a:ext cx="243840" cy="19710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0" name="object 93">
            <a:extLst>
              <a:ext uri="{FF2B5EF4-FFF2-40B4-BE49-F238E27FC236}">
                <a16:creationId xmlns:a16="http://schemas.microsoft.com/office/drawing/2014/main" id="{464C9118-E819-6942-A39B-5F5E9AD1047D}"/>
              </a:ext>
            </a:extLst>
          </p:cNvPr>
          <p:cNvSpPr/>
          <p:nvPr/>
        </p:nvSpPr>
        <p:spPr>
          <a:xfrm>
            <a:off x="4192101" y="5317338"/>
            <a:ext cx="262128" cy="195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1" name="object 94">
            <a:extLst>
              <a:ext uri="{FF2B5EF4-FFF2-40B4-BE49-F238E27FC236}">
                <a16:creationId xmlns:a16="http://schemas.microsoft.com/office/drawing/2014/main" id="{94F3E4AA-3F0B-DC4E-82B8-DEF49887EDB1}"/>
              </a:ext>
            </a:extLst>
          </p:cNvPr>
          <p:cNvSpPr/>
          <p:nvPr/>
        </p:nvSpPr>
        <p:spPr>
          <a:xfrm>
            <a:off x="3159170" y="5533136"/>
            <a:ext cx="213359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2" name="object 95">
            <a:extLst>
              <a:ext uri="{FF2B5EF4-FFF2-40B4-BE49-F238E27FC236}">
                <a16:creationId xmlns:a16="http://schemas.microsoft.com/office/drawing/2014/main" id="{66EA361D-F02E-A94D-B662-628C6BA37C0E}"/>
              </a:ext>
            </a:extLst>
          </p:cNvPr>
          <p:cNvSpPr/>
          <p:nvPr/>
        </p:nvSpPr>
        <p:spPr>
          <a:xfrm>
            <a:off x="4192101" y="5535169"/>
            <a:ext cx="262128" cy="195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3" name="object 96">
            <a:extLst>
              <a:ext uri="{FF2B5EF4-FFF2-40B4-BE49-F238E27FC236}">
                <a16:creationId xmlns:a16="http://schemas.microsoft.com/office/drawing/2014/main" id="{ECB73B37-78A2-D24C-B3B7-BC01722EBAD6}"/>
              </a:ext>
            </a:extLst>
          </p:cNvPr>
          <p:cNvSpPr/>
          <p:nvPr/>
        </p:nvSpPr>
        <p:spPr>
          <a:xfrm>
            <a:off x="3159169" y="5751372"/>
            <a:ext cx="243840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4" name="object 97">
            <a:extLst>
              <a:ext uri="{FF2B5EF4-FFF2-40B4-BE49-F238E27FC236}">
                <a16:creationId xmlns:a16="http://schemas.microsoft.com/office/drawing/2014/main" id="{3AED8DDE-09BB-4747-BF58-46908A553E00}"/>
              </a:ext>
            </a:extLst>
          </p:cNvPr>
          <p:cNvSpPr/>
          <p:nvPr/>
        </p:nvSpPr>
        <p:spPr>
          <a:xfrm>
            <a:off x="4153494" y="5753405"/>
            <a:ext cx="335956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5" name="object 98">
            <a:extLst>
              <a:ext uri="{FF2B5EF4-FFF2-40B4-BE49-F238E27FC236}">
                <a16:creationId xmlns:a16="http://schemas.microsoft.com/office/drawing/2014/main" id="{B8E17769-882E-C545-952C-98116AE9FBE9}"/>
              </a:ext>
            </a:extLst>
          </p:cNvPr>
          <p:cNvSpPr/>
          <p:nvPr/>
        </p:nvSpPr>
        <p:spPr>
          <a:xfrm>
            <a:off x="3159169" y="5969203"/>
            <a:ext cx="243840" cy="197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6" name="object 99">
            <a:extLst>
              <a:ext uri="{FF2B5EF4-FFF2-40B4-BE49-F238E27FC236}">
                <a16:creationId xmlns:a16="http://schemas.microsoft.com/office/drawing/2014/main" id="{9FB09B76-3869-A740-8436-7E75DF66DA2C}"/>
              </a:ext>
            </a:extLst>
          </p:cNvPr>
          <p:cNvSpPr/>
          <p:nvPr/>
        </p:nvSpPr>
        <p:spPr>
          <a:xfrm>
            <a:off x="4153494" y="5971235"/>
            <a:ext cx="335956" cy="195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7" name="object 100">
            <a:extLst>
              <a:ext uri="{FF2B5EF4-FFF2-40B4-BE49-F238E27FC236}">
                <a16:creationId xmlns:a16="http://schemas.microsoft.com/office/drawing/2014/main" id="{35905629-88B3-7F43-84C2-F569974F704A}"/>
              </a:ext>
            </a:extLst>
          </p:cNvPr>
          <p:cNvSpPr/>
          <p:nvPr/>
        </p:nvSpPr>
        <p:spPr>
          <a:xfrm>
            <a:off x="3159169" y="6186627"/>
            <a:ext cx="234696" cy="197509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8" name="object 101">
            <a:extLst>
              <a:ext uri="{FF2B5EF4-FFF2-40B4-BE49-F238E27FC236}">
                <a16:creationId xmlns:a16="http://schemas.microsoft.com/office/drawing/2014/main" id="{4323E914-702C-7346-8470-2BFB717ABFFD}"/>
              </a:ext>
            </a:extLst>
          </p:cNvPr>
          <p:cNvSpPr/>
          <p:nvPr/>
        </p:nvSpPr>
        <p:spPr>
          <a:xfrm>
            <a:off x="4192101" y="6188659"/>
            <a:ext cx="262128" cy="195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FC872B4E-AF8B-7B4F-AF55-74540699F467}"/>
              </a:ext>
            </a:extLst>
          </p:cNvPr>
          <p:cNvSpPr txBox="1"/>
          <p:nvPr/>
        </p:nvSpPr>
        <p:spPr>
          <a:xfrm>
            <a:off x="9934342" y="2032164"/>
            <a:ext cx="1717816" cy="30469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83.5 is the best splitting value with an information gain of 0.152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8E6D9-F770-CD4E-9253-54E4E592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591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872591" y="2929313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746334" y="2929313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844631" y="2929313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3682832" y="2929313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367785" y="2929313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872591" y="3147245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1746334" y="3147245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2844631" y="3147245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3682832" y="3147245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4367785" y="3147245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872591" y="3583109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746334" y="3583109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2844631" y="3583109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682832" y="3583109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4367785" y="3583109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872591" y="4018973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30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746334" y="4018973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30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844631" y="4018973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30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682832" y="4018973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30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4367785" y="4018973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30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872591" y="445483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746334" y="445483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844631" y="445483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682832" y="445483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4367785" y="445483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872591" y="4890532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1746334" y="4890532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2844631" y="4890532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682832" y="4890532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4367785" y="4890532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872591" y="5326396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1746334" y="5326396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844631" y="5326396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3682832" y="5326396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4367785" y="5326396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872591" y="5762227"/>
            <a:ext cx="874607" cy="218440"/>
          </a:xfrm>
          <a:custGeom>
            <a:avLst/>
            <a:gdLst/>
            <a:ahLst/>
            <a:cxnLst/>
            <a:rect l="l" t="t" r="r" b="b"/>
            <a:pathLst>
              <a:path w="655955" h="163829">
                <a:moveTo>
                  <a:pt x="0" y="163436"/>
                </a:moveTo>
                <a:lnTo>
                  <a:pt x="655332" y="163436"/>
                </a:lnTo>
                <a:lnTo>
                  <a:pt x="655332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1746334" y="5762227"/>
            <a:ext cx="1098973" cy="218440"/>
          </a:xfrm>
          <a:custGeom>
            <a:avLst/>
            <a:gdLst/>
            <a:ahLst/>
            <a:cxnLst/>
            <a:rect l="l" t="t" r="r" b="b"/>
            <a:pathLst>
              <a:path w="824230" h="163829">
                <a:moveTo>
                  <a:pt x="0" y="163436"/>
                </a:moveTo>
                <a:lnTo>
                  <a:pt x="823671" y="163436"/>
                </a:lnTo>
                <a:lnTo>
                  <a:pt x="823671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2844631" y="5762227"/>
            <a:ext cx="838200" cy="218440"/>
          </a:xfrm>
          <a:custGeom>
            <a:avLst/>
            <a:gdLst/>
            <a:ahLst/>
            <a:cxnLst/>
            <a:rect l="l" t="t" r="r" b="b"/>
            <a:pathLst>
              <a:path w="628650" h="163829">
                <a:moveTo>
                  <a:pt x="0" y="163436"/>
                </a:moveTo>
                <a:lnTo>
                  <a:pt x="628650" y="163436"/>
                </a:lnTo>
                <a:lnTo>
                  <a:pt x="628650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3682832" y="5762227"/>
            <a:ext cx="684953" cy="218440"/>
          </a:xfrm>
          <a:custGeom>
            <a:avLst/>
            <a:gdLst/>
            <a:ahLst/>
            <a:cxnLst/>
            <a:rect l="l" t="t" r="r" b="b"/>
            <a:pathLst>
              <a:path w="513714" h="163829">
                <a:moveTo>
                  <a:pt x="0" y="163436"/>
                </a:moveTo>
                <a:lnTo>
                  <a:pt x="513689" y="163436"/>
                </a:lnTo>
                <a:lnTo>
                  <a:pt x="51368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4367785" y="5762227"/>
            <a:ext cx="1135380" cy="218440"/>
          </a:xfrm>
          <a:custGeom>
            <a:avLst/>
            <a:gdLst/>
            <a:ahLst/>
            <a:cxnLst/>
            <a:rect l="l" t="t" r="r" b="b"/>
            <a:pathLst>
              <a:path w="851535" h="163829">
                <a:moveTo>
                  <a:pt x="0" y="163436"/>
                </a:moveTo>
                <a:lnTo>
                  <a:pt x="851319" y="163436"/>
                </a:lnTo>
                <a:lnTo>
                  <a:pt x="851319" y="0"/>
                </a:lnTo>
                <a:lnTo>
                  <a:pt x="0" y="0"/>
                </a:lnTo>
                <a:lnTo>
                  <a:pt x="0" y="16343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872591" y="2912365"/>
          <a:ext cx="4631264" cy="32856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950"/>
                        </a:lnSpc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439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608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608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≤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&gt;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</a:txBody>
                  <a:tcPr marL="0" marR="0" marT="16087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9" name="object 59"/>
          <p:cNvSpPr/>
          <p:nvPr/>
        </p:nvSpPr>
        <p:spPr>
          <a:xfrm>
            <a:off x="1060297" y="2933868"/>
            <a:ext cx="568960" cy="195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1875537" y="2933868"/>
            <a:ext cx="915500" cy="195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2976033" y="2933868"/>
            <a:ext cx="649224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3858769" y="2933868"/>
            <a:ext cx="416559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524926" y="2933868"/>
            <a:ext cx="891980" cy="195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994867" y="3149601"/>
            <a:ext cx="480364" cy="1971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1868592" y="3149601"/>
            <a:ext cx="308864" cy="197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3107267" y="3151631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3805598" y="3149601"/>
            <a:ext cx="449580" cy="197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4848012" y="3151631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994867" y="3367363"/>
            <a:ext cx="480364" cy="1971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1868592" y="3367363"/>
            <a:ext cx="308864" cy="197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3107267" y="3369394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3805598" y="3367363"/>
            <a:ext cx="504951" cy="1971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4848012" y="3369393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994868" y="3585634"/>
            <a:ext cx="656081" cy="1971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1868592" y="3585634"/>
            <a:ext cx="308864" cy="197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3107267" y="3587665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3805598" y="3585634"/>
            <a:ext cx="449580" cy="197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4809404" y="3587664"/>
            <a:ext cx="336499" cy="1950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994867" y="3803565"/>
            <a:ext cx="419404" cy="197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1868592" y="3803565"/>
            <a:ext cx="335280" cy="1971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3107267" y="3805598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3805598" y="3803565"/>
            <a:ext cx="449580" cy="197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4809404" y="3805597"/>
            <a:ext cx="336499" cy="1950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994867" y="4020922"/>
            <a:ext cx="419404" cy="1975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1868593" y="4020922"/>
            <a:ext cx="368300" cy="19750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3107267" y="4022954"/>
            <a:ext cx="350519" cy="19750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3805598" y="4020922"/>
            <a:ext cx="449580" cy="19750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4809404" y="4022954"/>
            <a:ext cx="336499" cy="19547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994867" y="4239598"/>
            <a:ext cx="419404" cy="197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1868593" y="4239598"/>
            <a:ext cx="368300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3107267" y="4241631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3805598" y="4239598"/>
            <a:ext cx="504951" cy="1971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4848012" y="4241631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994868" y="4457362"/>
            <a:ext cx="656081" cy="1971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1868593" y="4457362"/>
            <a:ext cx="368300" cy="1971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3107267" y="4459394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3805598" y="4457362"/>
            <a:ext cx="504951" cy="1971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4809404" y="4459393"/>
            <a:ext cx="336499" cy="1950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994867" y="4675631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1868592" y="4675631"/>
            <a:ext cx="33528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3107267" y="4677663"/>
            <a:ext cx="350519" cy="1971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3805598" y="4675631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4848012" y="4677663"/>
            <a:ext cx="262128" cy="1950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994867" y="4893395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5" name="object 105"/>
          <p:cNvSpPr/>
          <p:nvPr/>
        </p:nvSpPr>
        <p:spPr>
          <a:xfrm>
            <a:off x="1868593" y="4893395"/>
            <a:ext cx="368300" cy="197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object 106"/>
          <p:cNvSpPr/>
          <p:nvPr/>
        </p:nvSpPr>
        <p:spPr>
          <a:xfrm>
            <a:off x="3107267" y="4895427"/>
            <a:ext cx="35051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7" name="object 107"/>
          <p:cNvSpPr/>
          <p:nvPr/>
        </p:nvSpPr>
        <p:spPr>
          <a:xfrm>
            <a:off x="3805598" y="4893395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8" name="object 108"/>
          <p:cNvSpPr/>
          <p:nvPr/>
        </p:nvSpPr>
        <p:spPr>
          <a:xfrm>
            <a:off x="4809404" y="4895427"/>
            <a:ext cx="336499" cy="1950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9" name="object 109"/>
          <p:cNvSpPr/>
          <p:nvPr/>
        </p:nvSpPr>
        <p:spPr>
          <a:xfrm>
            <a:off x="994867" y="5111292"/>
            <a:ext cx="419404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0" name="object 110"/>
          <p:cNvSpPr/>
          <p:nvPr/>
        </p:nvSpPr>
        <p:spPr>
          <a:xfrm>
            <a:off x="1868592" y="5111292"/>
            <a:ext cx="33528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1" name="object 111"/>
          <p:cNvSpPr/>
          <p:nvPr/>
        </p:nvSpPr>
        <p:spPr>
          <a:xfrm>
            <a:off x="3107267" y="5113324"/>
            <a:ext cx="35051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2" name="object 112"/>
          <p:cNvSpPr/>
          <p:nvPr/>
        </p:nvSpPr>
        <p:spPr>
          <a:xfrm>
            <a:off x="3805598" y="5111292"/>
            <a:ext cx="449580" cy="197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3" name="object 113"/>
          <p:cNvSpPr/>
          <p:nvPr/>
        </p:nvSpPr>
        <p:spPr>
          <a:xfrm>
            <a:off x="4809404" y="5113325"/>
            <a:ext cx="336499" cy="1950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4" name="object 114"/>
          <p:cNvSpPr/>
          <p:nvPr/>
        </p:nvSpPr>
        <p:spPr>
          <a:xfrm>
            <a:off x="994867" y="5329529"/>
            <a:ext cx="480364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5" name="object 115"/>
          <p:cNvSpPr/>
          <p:nvPr/>
        </p:nvSpPr>
        <p:spPr>
          <a:xfrm>
            <a:off x="1868592" y="5329529"/>
            <a:ext cx="33528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6" name="object 116"/>
          <p:cNvSpPr/>
          <p:nvPr/>
        </p:nvSpPr>
        <p:spPr>
          <a:xfrm>
            <a:off x="3107267" y="5331561"/>
            <a:ext cx="35051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7" name="object 117"/>
          <p:cNvSpPr/>
          <p:nvPr/>
        </p:nvSpPr>
        <p:spPr>
          <a:xfrm>
            <a:off x="3805598" y="5329529"/>
            <a:ext cx="504951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8" name="object 118"/>
          <p:cNvSpPr/>
          <p:nvPr/>
        </p:nvSpPr>
        <p:spPr>
          <a:xfrm>
            <a:off x="4809404" y="5331562"/>
            <a:ext cx="336499" cy="1950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9" name="object 119"/>
          <p:cNvSpPr/>
          <p:nvPr/>
        </p:nvSpPr>
        <p:spPr>
          <a:xfrm>
            <a:off x="994868" y="5547360"/>
            <a:ext cx="656081" cy="1971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0" name="object 120"/>
          <p:cNvSpPr/>
          <p:nvPr/>
        </p:nvSpPr>
        <p:spPr>
          <a:xfrm>
            <a:off x="1868592" y="5547360"/>
            <a:ext cx="33528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1" name="object 121"/>
          <p:cNvSpPr/>
          <p:nvPr/>
        </p:nvSpPr>
        <p:spPr>
          <a:xfrm>
            <a:off x="3107267" y="5549392"/>
            <a:ext cx="35051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2" name="object 122"/>
          <p:cNvSpPr/>
          <p:nvPr/>
        </p:nvSpPr>
        <p:spPr>
          <a:xfrm>
            <a:off x="3805598" y="5547360"/>
            <a:ext cx="504951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3" name="object 123"/>
          <p:cNvSpPr/>
          <p:nvPr/>
        </p:nvSpPr>
        <p:spPr>
          <a:xfrm>
            <a:off x="4809404" y="5549393"/>
            <a:ext cx="336499" cy="1950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4" name="object 124"/>
          <p:cNvSpPr/>
          <p:nvPr/>
        </p:nvSpPr>
        <p:spPr>
          <a:xfrm>
            <a:off x="994868" y="5764784"/>
            <a:ext cx="656081" cy="19750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5" name="object 125"/>
          <p:cNvSpPr/>
          <p:nvPr/>
        </p:nvSpPr>
        <p:spPr>
          <a:xfrm>
            <a:off x="1868592" y="5764784"/>
            <a:ext cx="308864" cy="1975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6" name="object 126"/>
          <p:cNvSpPr/>
          <p:nvPr/>
        </p:nvSpPr>
        <p:spPr>
          <a:xfrm>
            <a:off x="3107267" y="5766815"/>
            <a:ext cx="350519" cy="19750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7" name="object 127"/>
          <p:cNvSpPr/>
          <p:nvPr/>
        </p:nvSpPr>
        <p:spPr>
          <a:xfrm>
            <a:off x="3805598" y="5764784"/>
            <a:ext cx="449580" cy="19750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8" name="object 128"/>
          <p:cNvSpPr/>
          <p:nvPr/>
        </p:nvSpPr>
        <p:spPr>
          <a:xfrm>
            <a:off x="4809404" y="5766815"/>
            <a:ext cx="336499" cy="19547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9" name="object 129"/>
          <p:cNvSpPr/>
          <p:nvPr/>
        </p:nvSpPr>
        <p:spPr>
          <a:xfrm>
            <a:off x="994867" y="5983427"/>
            <a:ext cx="419404" cy="1971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0" name="object 130"/>
          <p:cNvSpPr/>
          <p:nvPr/>
        </p:nvSpPr>
        <p:spPr>
          <a:xfrm>
            <a:off x="1868592" y="5983427"/>
            <a:ext cx="335280" cy="1971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1" name="object 131"/>
          <p:cNvSpPr/>
          <p:nvPr/>
        </p:nvSpPr>
        <p:spPr>
          <a:xfrm>
            <a:off x="3107267" y="5985459"/>
            <a:ext cx="350519" cy="197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2" name="object 132"/>
          <p:cNvSpPr/>
          <p:nvPr/>
        </p:nvSpPr>
        <p:spPr>
          <a:xfrm>
            <a:off x="3805598" y="5983427"/>
            <a:ext cx="504951" cy="1971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33"/>
          <p:cNvSpPr/>
          <p:nvPr/>
        </p:nvSpPr>
        <p:spPr>
          <a:xfrm>
            <a:off x="4848012" y="5985459"/>
            <a:ext cx="262128" cy="1950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Shape 52">
            <a:extLst>
              <a:ext uri="{FF2B5EF4-FFF2-40B4-BE49-F238E27FC236}">
                <a16:creationId xmlns:a16="http://schemas.microsoft.com/office/drawing/2014/main" id="{FF917C73-CB0C-AE4D-B36B-1A50B7D335EC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Handling numerical attributes</a:t>
            </a:r>
          </a:p>
        </p:txBody>
      </p:sp>
      <p:sp>
        <p:nvSpPr>
          <p:cNvPr id="136" name="Shape 53">
            <a:extLst>
              <a:ext uri="{FF2B5EF4-FFF2-40B4-BE49-F238E27FC236}">
                <a16:creationId xmlns:a16="http://schemas.microsoft.com/office/drawing/2014/main" id="{606062EB-6634-914F-9AF5-05608CE10EF4}"/>
              </a:ext>
            </a:extLst>
          </p:cNvPr>
          <p:cNvSpPr txBox="1"/>
          <p:nvPr/>
        </p:nvSpPr>
        <p:spPr>
          <a:xfrm>
            <a:off x="325327" y="1059329"/>
            <a:ext cx="8543756" cy="1029136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400" dirty="0"/>
              <a:t>Numerical attributes have to be treated differently</a:t>
            </a:r>
          </a:p>
          <a:p>
            <a:pPr marL="959976" indent="-457189">
              <a:buFont typeface="Wingdings" pitchFamily="2" charset="2"/>
              <a:buChar char="Ø"/>
            </a:pPr>
            <a:r>
              <a:rPr lang="en" sz="2400" dirty="0"/>
              <a:t>Find the best splitting value</a:t>
            </a:r>
          </a:p>
        </p:txBody>
      </p:sp>
      <p:sp>
        <p:nvSpPr>
          <p:cNvPr id="137" name="Shape 53">
            <a:extLst>
              <a:ext uri="{FF2B5EF4-FFF2-40B4-BE49-F238E27FC236}">
                <a16:creationId xmlns:a16="http://schemas.microsoft.com/office/drawing/2014/main" id="{4565011C-8C1B-7E49-8F6B-D6B8C8306F43}"/>
              </a:ext>
            </a:extLst>
          </p:cNvPr>
          <p:cNvSpPr txBox="1"/>
          <p:nvPr/>
        </p:nvSpPr>
        <p:spPr>
          <a:xfrm>
            <a:off x="5674592" y="2402542"/>
            <a:ext cx="6111008" cy="410778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83.5 is the best splitting value for </a:t>
            </a:r>
            <a:r>
              <a:rPr lang="en-US" sz="2400" b="1" dirty="0"/>
              <a:t>Humidity</a:t>
            </a:r>
            <a:r>
              <a:rPr lang="en-US" sz="2400" dirty="0"/>
              <a:t> with an information gain of 0.152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/>
              <a:t>Humidity</a:t>
            </a:r>
            <a:r>
              <a:rPr lang="en-US" sz="2400" dirty="0"/>
              <a:t> is now treated as a categorical attribute with two possible values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A new optimal split is computed at every level of the tree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A numerical attribute can be used several times in the tree, with different split values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F04171-86D6-9040-9726-724A6E2D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255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2">
            <a:extLst>
              <a:ext uri="{FF2B5EF4-FFF2-40B4-BE49-F238E27FC236}">
                <a16:creationId xmlns:a16="http://schemas.microsoft.com/office/drawing/2014/main" id="{889B8C43-C431-0F4B-B250-8242FB381FB4}"/>
              </a:ext>
            </a:extLst>
          </p:cNvPr>
          <p:cNvSpPr txBox="1"/>
          <p:nvPr/>
        </p:nvSpPr>
        <p:spPr>
          <a:xfrm>
            <a:off x="235713" y="2604019"/>
            <a:ext cx="11720575" cy="1649963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4800" dirty="0"/>
              <a:t>Random Forests</a:t>
            </a:r>
          </a:p>
          <a:p>
            <a:pPr algn="ctr"/>
            <a:r>
              <a:rPr lang="en" sz="3733" dirty="0"/>
              <a:t>(Ensemble learning with decision trees)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C80DD-60C9-B540-97BF-91EB2167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5507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52">
            <a:extLst>
              <a:ext uri="{FF2B5EF4-FFF2-40B4-BE49-F238E27FC236}">
                <a16:creationId xmlns:a16="http://schemas.microsoft.com/office/drawing/2014/main" id="{35E5D2A7-BAC6-FB4A-99A7-A87211C337D3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Random Forests</a:t>
            </a:r>
          </a:p>
        </p:txBody>
      </p:sp>
      <p:sp>
        <p:nvSpPr>
          <p:cNvPr id="33" name="Shape 53">
            <a:extLst>
              <a:ext uri="{FF2B5EF4-FFF2-40B4-BE49-F238E27FC236}">
                <a16:creationId xmlns:a16="http://schemas.microsoft.com/office/drawing/2014/main" id="{5E594E56-A26D-9640-BEE8-9E6BCA5A5033}"/>
              </a:ext>
            </a:extLst>
          </p:cNvPr>
          <p:cNvSpPr txBox="1"/>
          <p:nvPr/>
        </p:nvSpPr>
        <p:spPr>
          <a:xfrm>
            <a:off x="236534" y="1076002"/>
            <a:ext cx="11720575" cy="5474429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667" dirty="0"/>
              <a:t>Random Forests:</a:t>
            </a:r>
          </a:p>
          <a:p>
            <a:pPr marL="937177" indent="-457189">
              <a:buFont typeface="Wingdings" pitchFamily="2" charset="2"/>
              <a:buChar char="Ø"/>
            </a:pPr>
            <a:r>
              <a:rPr lang="en" sz="2667" dirty="0"/>
              <a:t>Instead of building a single decision tree and use it to make predictions, build many slightly different trees and combine their predictions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en" sz="1333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" sz="2667" dirty="0">
                <a:solidFill>
                  <a:srgbClr val="0070C0"/>
                </a:solidFill>
              </a:rPr>
              <a:t>We have a single data set, so how do we obtain </a:t>
            </a:r>
            <a:r>
              <a:rPr lang="en" sz="2667" dirty="0" err="1">
                <a:solidFill>
                  <a:srgbClr val="0070C0"/>
                </a:solidFill>
              </a:rPr>
              <a:t>sligh</a:t>
            </a:r>
            <a:r>
              <a:rPr lang="ro-RO" sz="2667" dirty="0" err="1">
                <a:solidFill>
                  <a:srgbClr val="0070C0"/>
                </a:solidFill>
              </a:rPr>
              <a:t>tl</a:t>
            </a:r>
            <a:r>
              <a:rPr lang="en" sz="2667" dirty="0">
                <a:solidFill>
                  <a:srgbClr val="0070C0"/>
                </a:solidFill>
              </a:rPr>
              <a:t>y different trees?</a:t>
            </a:r>
          </a:p>
          <a:p>
            <a:pPr marL="479988"/>
            <a:r>
              <a:rPr lang="en" sz="2667" dirty="0"/>
              <a:t>1. Bagging (</a:t>
            </a:r>
            <a:r>
              <a:rPr lang="en" sz="2667" b="1" dirty="0"/>
              <a:t>B</a:t>
            </a:r>
            <a:r>
              <a:rPr lang="en" sz="2667" dirty="0"/>
              <a:t>ootstrap </a:t>
            </a:r>
            <a:r>
              <a:rPr lang="en" sz="2667" b="1" dirty="0"/>
              <a:t>Agg</a:t>
            </a:r>
            <a:r>
              <a:rPr lang="en" sz="2667" dirty="0"/>
              <a:t>regat</a:t>
            </a:r>
            <a:r>
              <a:rPr lang="en" sz="2667" b="1" dirty="0"/>
              <a:t>ing</a:t>
            </a:r>
            <a:r>
              <a:rPr lang="en" sz="2667" dirty="0"/>
              <a:t>):</a:t>
            </a:r>
          </a:p>
          <a:p>
            <a:pPr marL="937177" indent="-457189">
              <a:buFont typeface="Wingdings" pitchFamily="2" charset="2"/>
              <a:buChar char="Ø"/>
            </a:pPr>
            <a:r>
              <a:rPr lang="en" sz="2667" dirty="0"/>
              <a:t>Take random subsets of data points from the training set to create N smaller data sets</a:t>
            </a:r>
          </a:p>
          <a:p>
            <a:pPr marL="937177" indent="-457189">
              <a:buFont typeface="Wingdings" pitchFamily="2" charset="2"/>
              <a:buChar char="Ø"/>
            </a:pPr>
            <a:r>
              <a:rPr lang="en" sz="2667" dirty="0"/>
              <a:t>Fit a decision tree on each subset</a:t>
            </a:r>
          </a:p>
          <a:p>
            <a:pPr marL="479988"/>
            <a:endParaRPr lang="en" sz="1333" dirty="0"/>
          </a:p>
          <a:p>
            <a:pPr marL="479988"/>
            <a:r>
              <a:rPr lang="en" sz="2667" dirty="0"/>
              <a:t>2. Random Subspace Method (also known as Feature Bagging):</a:t>
            </a:r>
          </a:p>
          <a:p>
            <a:pPr marL="937177" indent="-457189">
              <a:buFont typeface="Wingdings" pitchFamily="2" charset="2"/>
              <a:buChar char="Ø"/>
            </a:pPr>
            <a:r>
              <a:rPr lang="en" sz="2667" dirty="0"/>
              <a:t>Fit N different decision trees by constraining each one to operate on a random subset of features</a:t>
            </a:r>
          </a:p>
          <a:p>
            <a:pPr marL="609585" indent="-609585">
              <a:buAutoNum type="arabicPeriod"/>
            </a:pPr>
            <a:endParaRPr lang="en" sz="2667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C2687E-C2D8-144B-8FCB-437B0D73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220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62279" y="4690871"/>
            <a:ext cx="2236047" cy="101600"/>
          </a:xfrm>
          <a:custGeom>
            <a:avLst/>
            <a:gdLst/>
            <a:ahLst/>
            <a:cxnLst/>
            <a:rect l="l" t="t" r="r" b="b"/>
            <a:pathLst>
              <a:path w="1677035" h="76200">
                <a:moveTo>
                  <a:pt x="1600454" y="0"/>
                </a:moveTo>
                <a:lnTo>
                  <a:pt x="1600454" y="76200"/>
                </a:lnTo>
                <a:lnTo>
                  <a:pt x="1656841" y="48006"/>
                </a:lnTo>
                <a:lnTo>
                  <a:pt x="1613154" y="48006"/>
                </a:lnTo>
                <a:lnTo>
                  <a:pt x="1613154" y="28194"/>
                </a:lnTo>
                <a:lnTo>
                  <a:pt x="1656841" y="28194"/>
                </a:lnTo>
                <a:lnTo>
                  <a:pt x="1600454" y="0"/>
                </a:lnTo>
                <a:close/>
              </a:path>
              <a:path w="1677035" h="76200">
                <a:moveTo>
                  <a:pt x="1600454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1600454" y="48006"/>
                </a:lnTo>
                <a:lnTo>
                  <a:pt x="1600454" y="28194"/>
                </a:lnTo>
                <a:close/>
              </a:path>
              <a:path w="1677035" h="76200">
                <a:moveTo>
                  <a:pt x="1656841" y="28194"/>
                </a:moveTo>
                <a:lnTo>
                  <a:pt x="1613154" y="28194"/>
                </a:lnTo>
                <a:lnTo>
                  <a:pt x="1613154" y="48006"/>
                </a:lnTo>
                <a:lnTo>
                  <a:pt x="1656841" y="48006"/>
                </a:lnTo>
                <a:lnTo>
                  <a:pt x="1676653" y="38100"/>
                </a:lnTo>
                <a:lnTo>
                  <a:pt x="1656841" y="2819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15544" y="3044953"/>
            <a:ext cx="101600" cy="1702647"/>
          </a:xfrm>
          <a:custGeom>
            <a:avLst/>
            <a:gdLst/>
            <a:ahLst/>
            <a:cxnLst/>
            <a:rect l="l" t="t" r="r" b="b"/>
            <a:pathLst>
              <a:path w="76200" h="1276985">
                <a:moveTo>
                  <a:pt x="48006" y="63500"/>
                </a:moveTo>
                <a:lnTo>
                  <a:pt x="28194" y="63500"/>
                </a:lnTo>
                <a:lnTo>
                  <a:pt x="28194" y="1276477"/>
                </a:lnTo>
                <a:lnTo>
                  <a:pt x="48006" y="1276477"/>
                </a:lnTo>
                <a:lnTo>
                  <a:pt x="48006" y="63500"/>
                </a:lnTo>
                <a:close/>
              </a:path>
              <a:path w="76200" h="1276985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27698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062735" y="3409697"/>
            <a:ext cx="239776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361184" y="4175761"/>
            <a:ext cx="241808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804415" y="4124961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712977" y="3588511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155951" y="3822193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507745" y="4305807"/>
            <a:ext cx="239775" cy="241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400049" y="3188207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792479" y="3163823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14097" y="3694177"/>
            <a:ext cx="239775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66927" y="4330193"/>
            <a:ext cx="239776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701040" y="4506977"/>
            <a:ext cx="239776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04240" y="3988815"/>
            <a:ext cx="239776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1332993" y="3840481"/>
            <a:ext cx="239775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784097" y="4326127"/>
            <a:ext cx="239775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239519" y="4476495"/>
            <a:ext cx="239775" cy="239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892048" y="3633215"/>
            <a:ext cx="239776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345185" y="3572257"/>
            <a:ext cx="239775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2076703" y="4482593"/>
            <a:ext cx="239776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658368" y="3397503"/>
            <a:ext cx="239776" cy="241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076703" y="3379215"/>
            <a:ext cx="239776" cy="23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940817" y="4283457"/>
            <a:ext cx="239775" cy="23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9164320" y="2294127"/>
            <a:ext cx="911013" cy="396240"/>
          </a:xfrm>
          <a:custGeom>
            <a:avLst/>
            <a:gdLst/>
            <a:ahLst/>
            <a:cxnLst/>
            <a:rect l="l" t="t" r="r" b="b"/>
            <a:pathLst>
              <a:path w="683259" h="297180">
                <a:moveTo>
                  <a:pt x="0" y="297179"/>
                </a:moveTo>
                <a:lnTo>
                  <a:pt x="682751" y="297179"/>
                </a:lnTo>
                <a:lnTo>
                  <a:pt x="682751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9150096" y="1696719"/>
            <a:ext cx="1375833" cy="993987"/>
          </a:xfrm>
          <a:custGeom>
            <a:avLst/>
            <a:gdLst/>
            <a:ahLst/>
            <a:cxnLst/>
            <a:rect l="l" t="t" r="r" b="b"/>
            <a:pathLst>
              <a:path w="1031875" h="745489">
                <a:moveTo>
                  <a:pt x="1029403" y="445388"/>
                </a:moveTo>
                <a:lnTo>
                  <a:pt x="701928" y="445388"/>
                </a:lnTo>
                <a:lnTo>
                  <a:pt x="702037" y="507278"/>
                </a:lnTo>
                <a:lnTo>
                  <a:pt x="701397" y="556203"/>
                </a:lnTo>
                <a:lnTo>
                  <a:pt x="700277" y="598312"/>
                </a:lnTo>
                <a:lnTo>
                  <a:pt x="698946" y="639755"/>
                </a:lnTo>
                <a:lnTo>
                  <a:pt x="697672" y="686680"/>
                </a:lnTo>
                <a:lnTo>
                  <a:pt x="696722" y="745236"/>
                </a:lnTo>
                <a:lnTo>
                  <a:pt x="1027810" y="741807"/>
                </a:lnTo>
                <a:lnTo>
                  <a:pt x="1028379" y="639755"/>
                </a:lnTo>
                <a:lnTo>
                  <a:pt x="1029403" y="445388"/>
                </a:lnTo>
                <a:close/>
              </a:path>
              <a:path w="1031875" h="745489">
                <a:moveTo>
                  <a:pt x="1031748" y="0"/>
                </a:moveTo>
                <a:lnTo>
                  <a:pt x="0" y="0"/>
                </a:lnTo>
                <a:lnTo>
                  <a:pt x="0" y="445515"/>
                </a:lnTo>
                <a:lnTo>
                  <a:pt x="433910" y="446278"/>
                </a:lnTo>
                <a:lnTo>
                  <a:pt x="683751" y="445681"/>
                </a:lnTo>
                <a:lnTo>
                  <a:pt x="701928" y="445388"/>
                </a:lnTo>
                <a:lnTo>
                  <a:pt x="1029403" y="445388"/>
                </a:lnTo>
                <a:lnTo>
                  <a:pt x="1031748" y="0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9147047" y="2642615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2" y="0"/>
                </a:moveTo>
                <a:lnTo>
                  <a:pt x="1028192" y="76200"/>
                </a:lnTo>
                <a:lnTo>
                  <a:pt x="1084579" y="48006"/>
                </a:lnTo>
                <a:lnTo>
                  <a:pt x="1040892" y="48006"/>
                </a:lnTo>
                <a:lnTo>
                  <a:pt x="1040892" y="28193"/>
                </a:lnTo>
                <a:lnTo>
                  <a:pt x="1084579" y="28193"/>
                </a:lnTo>
                <a:lnTo>
                  <a:pt x="1028192" y="0"/>
                </a:lnTo>
                <a:close/>
              </a:path>
              <a:path w="1104900" h="76200">
                <a:moveTo>
                  <a:pt x="1028192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8192" y="48006"/>
                </a:lnTo>
                <a:lnTo>
                  <a:pt x="1028192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2" y="28193"/>
                </a:lnTo>
                <a:lnTo>
                  <a:pt x="1040892" y="48006"/>
                </a:lnTo>
                <a:lnTo>
                  <a:pt x="1084579" y="48006"/>
                </a:lnTo>
                <a:lnTo>
                  <a:pt x="1104392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9098279" y="1575816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4" y="63500"/>
                </a:lnTo>
                <a:lnTo>
                  <a:pt x="28194" y="840867"/>
                </a:lnTo>
                <a:lnTo>
                  <a:pt x="48006" y="840867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9971025" y="1934463"/>
            <a:ext cx="191007" cy="191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0261601" y="2086863"/>
            <a:ext cx="193039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9363457" y="1654049"/>
            <a:ext cx="193039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9215121" y="2422143"/>
            <a:ext cx="193039" cy="191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9304527" y="2537968"/>
            <a:ext cx="191007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9658095" y="2517647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9430511" y="1962911"/>
            <a:ext cx="191007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9460991" y="2391665"/>
            <a:ext cx="193039" cy="193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9164320" y="2286000"/>
            <a:ext cx="911013" cy="5080"/>
          </a:xfrm>
          <a:custGeom>
            <a:avLst/>
            <a:gdLst/>
            <a:ahLst/>
            <a:cxnLst/>
            <a:rect l="l" t="t" r="r" b="b"/>
            <a:pathLst>
              <a:path w="683259" h="3810">
                <a:moveTo>
                  <a:pt x="0" y="0"/>
                </a:moveTo>
                <a:lnTo>
                  <a:pt x="682751" y="3301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10086847" y="2314447"/>
            <a:ext cx="2540" cy="381000"/>
          </a:xfrm>
          <a:custGeom>
            <a:avLst/>
            <a:gdLst/>
            <a:ahLst/>
            <a:cxnLst/>
            <a:rect l="l" t="t" r="r" b="b"/>
            <a:pathLst>
              <a:path w="1904" h="285750">
                <a:moveTo>
                  <a:pt x="0" y="0"/>
                </a:moveTo>
                <a:lnTo>
                  <a:pt x="1397" y="28575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9146031" y="3194303"/>
            <a:ext cx="822960" cy="768773"/>
          </a:xfrm>
          <a:custGeom>
            <a:avLst/>
            <a:gdLst/>
            <a:ahLst/>
            <a:cxnLst/>
            <a:rect l="l" t="t" r="r" b="b"/>
            <a:pathLst>
              <a:path w="617220" h="576580">
                <a:moveTo>
                  <a:pt x="236474" y="0"/>
                </a:moveTo>
                <a:lnTo>
                  <a:pt x="193446" y="1600"/>
                </a:lnTo>
                <a:lnTo>
                  <a:pt x="112572" y="5897"/>
                </a:lnTo>
                <a:lnTo>
                  <a:pt x="63144" y="7498"/>
                </a:lnTo>
                <a:lnTo>
                  <a:pt x="0" y="8001"/>
                </a:lnTo>
                <a:lnTo>
                  <a:pt x="0" y="576072"/>
                </a:lnTo>
                <a:lnTo>
                  <a:pt x="617220" y="576072"/>
                </a:lnTo>
                <a:lnTo>
                  <a:pt x="617220" y="135128"/>
                </a:lnTo>
                <a:lnTo>
                  <a:pt x="229997" y="135128"/>
                </a:lnTo>
                <a:lnTo>
                  <a:pt x="229905" y="86019"/>
                </a:lnTo>
                <a:lnTo>
                  <a:pt x="230598" y="59346"/>
                </a:lnTo>
                <a:lnTo>
                  <a:pt x="231811" y="48494"/>
                </a:lnTo>
                <a:lnTo>
                  <a:pt x="233283" y="46847"/>
                </a:lnTo>
                <a:lnTo>
                  <a:pt x="235113" y="46847"/>
                </a:lnTo>
                <a:lnTo>
                  <a:pt x="235944" y="44705"/>
                </a:lnTo>
                <a:lnTo>
                  <a:pt x="236607" y="30981"/>
                </a:lnTo>
                <a:lnTo>
                  <a:pt x="236474" y="0"/>
                </a:lnTo>
                <a:close/>
              </a:path>
              <a:path w="617220" h="576580">
                <a:moveTo>
                  <a:pt x="363902" y="133694"/>
                </a:moveTo>
                <a:lnTo>
                  <a:pt x="315575" y="133877"/>
                </a:lnTo>
                <a:lnTo>
                  <a:pt x="229997" y="135128"/>
                </a:lnTo>
                <a:lnTo>
                  <a:pt x="617220" y="135128"/>
                </a:lnTo>
                <a:lnTo>
                  <a:pt x="617220" y="134034"/>
                </a:lnTo>
                <a:lnTo>
                  <a:pt x="568640" y="134034"/>
                </a:lnTo>
                <a:lnTo>
                  <a:pt x="363902" y="133694"/>
                </a:lnTo>
                <a:close/>
              </a:path>
              <a:path w="617220" h="576580">
                <a:moveTo>
                  <a:pt x="617220" y="133985"/>
                </a:moveTo>
                <a:lnTo>
                  <a:pt x="568640" y="134034"/>
                </a:lnTo>
                <a:lnTo>
                  <a:pt x="617220" y="134034"/>
                </a:lnTo>
                <a:close/>
              </a:path>
              <a:path w="617220" h="576580">
                <a:moveTo>
                  <a:pt x="235113" y="46847"/>
                </a:moveTo>
                <a:lnTo>
                  <a:pt x="233283" y="46847"/>
                </a:lnTo>
                <a:lnTo>
                  <a:pt x="234748" y="47789"/>
                </a:lnTo>
                <a:lnTo>
                  <a:pt x="235113" y="46847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9144000" y="2966720"/>
            <a:ext cx="1378373" cy="999913"/>
          </a:xfrm>
          <a:custGeom>
            <a:avLst/>
            <a:gdLst/>
            <a:ahLst/>
            <a:cxnLst/>
            <a:rect l="l" t="t" r="r" b="b"/>
            <a:pathLst>
              <a:path w="1033779" h="749935">
                <a:moveTo>
                  <a:pt x="1031630" y="290449"/>
                </a:moveTo>
                <a:lnTo>
                  <a:pt x="607059" y="290449"/>
                </a:lnTo>
                <a:lnTo>
                  <a:pt x="607575" y="338923"/>
                </a:lnTo>
                <a:lnTo>
                  <a:pt x="608228" y="389914"/>
                </a:lnTo>
                <a:lnTo>
                  <a:pt x="609673" y="496232"/>
                </a:lnTo>
                <a:lnTo>
                  <a:pt x="610326" y="549951"/>
                </a:lnTo>
                <a:lnTo>
                  <a:pt x="610841" y="602972"/>
                </a:lnTo>
                <a:lnTo>
                  <a:pt x="611150" y="654491"/>
                </a:lnTo>
                <a:lnTo>
                  <a:pt x="611182" y="703704"/>
                </a:lnTo>
                <a:lnTo>
                  <a:pt x="610870" y="749808"/>
                </a:lnTo>
                <a:lnTo>
                  <a:pt x="1029080" y="741680"/>
                </a:lnTo>
                <a:lnTo>
                  <a:pt x="1031630" y="290449"/>
                </a:lnTo>
                <a:close/>
              </a:path>
              <a:path w="1033779" h="749935">
                <a:moveTo>
                  <a:pt x="1032345" y="163980"/>
                </a:moveTo>
                <a:lnTo>
                  <a:pt x="151178" y="163980"/>
                </a:lnTo>
                <a:lnTo>
                  <a:pt x="200925" y="165527"/>
                </a:lnTo>
                <a:lnTo>
                  <a:pt x="236474" y="176530"/>
                </a:lnTo>
                <a:lnTo>
                  <a:pt x="251110" y="199963"/>
                </a:lnTo>
                <a:lnTo>
                  <a:pt x="250793" y="220741"/>
                </a:lnTo>
                <a:lnTo>
                  <a:pt x="245189" y="250307"/>
                </a:lnTo>
                <a:lnTo>
                  <a:pt x="243967" y="300101"/>
                </a:lnTo>
                <a:lnTo>
                  <a:pt x="607059" y="290449"/>
                </a:lnTo>
                <a:lnTo>
                  <a:pt x="1031630" y="290449"/>
                </a:lnTo>
                <a:lnTo>
                  <a:pt x="1032345" y="163980"/>
                </a:lnTo>
                <a:close/>
              </a:path>
              <a:path w="1033779" h="749935">
                <a:moveTo>
                  <a:pt x="1033272" y="0"/>
                </a:moveTo>
                <a:lnTo>
                  <a:pt x="0" y="0"/>
                </a:lnTo>
                <a:lnTo>
                  <a:pt x="11302" y="153035"/>
                </a:lnTo>
                <a:lnTo>
                  <a:pt x="46912" y="164037"/>
                </a:lnTo>
                <a:lnTo>
                  <a:pt x="96689" y="165584"/>
                </a:lnTo>
                <a:lnTo>
                  <a:pt x="151178" y="163980"/>
                </a:lnTo>
                <a:lnTo>
                  <a:pt x="1032345" y="163980"/>
                </a:lnTo>
                <a:lnTo>
                  <a:pt x="1033272" y="0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9149079" y="3914647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2" y="0"/>
                </a:moveTo>
                <a:lnTo>
                  <a:pt x="1028192" y="76200"/>
                </a:lnTo>
                <a:lnTo>
                  <a:pt x="1084580" y="48006"/>
                </a:lnTo>
                <a:lnTo>
                  <a:pt x="1040892" y="48006"/>
                </a:lnTo>
                <a:lnTo>
                  <a:pt x="1040892" y="28193"/>
                </a:lnTo>
                <a:lnTo>
                  <a:pt x="1084580" y="28193"/>
                </a:lnTo>
                <a:lnTo>
                  <a:pt x="1028192" y="0"/>
                </a:lnTo>
                <a:close/>
              </a:path>
              <a:path w="1104900" h="76200">
                <a:moveTo>
                  <a:pt x="1028192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8192" y="48006"/>
                </a:lnTo>
                <a:lnTo>
                  <a:pt x="1028192" y="28193"/>
                </a:lnTo>
                <a:close/>
              </a:path>
              <a:path w="1104900" h="76200">
                <a:moveTo>
                  <a:pt x="1084580" y="28193"/>
                </a:moveTo>
                <a:lnTo>
                  <a:pt x="1040892" y="28193"/>
                </a:lnTo>
                <a:lnTo>
                  <a:pt x="1040892" y="48006"/>
                </a:lnTo>
                <a:lnTo>
                  <a:pt x="1084580" y="48006"/>
                </a:lnTo>
                <a:lnTo>
                  <a:pt x="1104392" y="38100"/>
                </a:lnTo>
                <a:lnTo>
                  <a:pt x="108458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9100311" y="2847848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4" y="63500"/>
                </a:lnTo>
                <a:lnTo>
                  <a:pt x="28194" y="840866"/>
                </a:lnTo>
                <a:lnTo>
                  <a:pt x="48006" y="84086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9544305" y="3088639"/>
            <a:ext cx="191007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10399775" y="359257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9973057" y="3204464"/>
            <a:ext cx="191007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10263631" y="335889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9182609" y="3275584"/>
            <a:ext cx="191007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9438641" y="3468623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9721089" y="3371088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9463025" y="3663696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9176511" y="3198368"/>
            <a:ext cx="286172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249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9460991" y="3194303"/>
            <a:ext cx="0" cy="173567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921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9460991" y="3367023"/>
            <a:ext cx="501227" cy="2540"/>
          </a:xfrm>
          <a:custGeom>
            <a:avLst/>
            <a:gdLst/>
            <a:ahLst/>
            <a:cxnLst/>
            <a:rect l="l" t="t" r="r" b="b"/>
            <a:pathLst>
              <a:path w="375920" h="1905">
                <a:moveTo>
                  <a:pt x="0" y="1396"/>
                </a:moveTo>
                <a:lnTo>
                  <a:pt x="375411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9958831" y="3379215"/>
            <a:ext cx="0" cy="556260"/>
          </a:xfrm>
          <a:custGeom>
            <a:avLst/>
            <a:gdLst/>
            <a:ahLst/>
            <a:cxnLst/>
            <a:rect l="l" t="t" r="r" b="b"/>
            <a:pathLst>
              <a:path h="417194">
                <a:moveTo>
                  <a:pt x="0" y="41719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9160257" y="4185919"/>
            <a:ext cx="552873" cy="1016000"/>
          </a:xfrm>
          <a:custGeom>
            <a:avLst/>
            <a:gdLst/>
            <a:ahLst/>
            <a:cxnLst/>
            <a:rect l="l" t="t" r="r" b="b"/>
            <a:pathLst>
              <a:path w="414654" h="762000">
                <a:moveTo>
                  <a:pt x="0" y="762000"/>
                </a:moveTo>
                <a:lnTo>
                  <a:pt x="414527" y="762000"/>
                </a:lnTo>
                <a:lnTo>
                  <a:pt x="414527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0182353" y="4167631"/>
            <a:ext cx="329353" cy="1018540"/>
          </a:xfrm>
          <a:custGeom>
            <a:avLst/>
            <a:gdLst/>
            <a:ahLst/>
            <a:cxnLst/>
            <a:rect l="l" t="t" r="r" b="b"/>
            <a:pathLst>
              <a:path w="247015" h="763904">
                <a:moveTo>
                  <a:pt x="0" y="763523"/>
                </a:moveTo>
                <a:lnTo>
                  <a:pt x="246888" y="763523"/>
                </a:lnTo>
                <a:lnTo>
                  <a:pt x="246888" y="0"/>
                </a:lnTo>
                <a:lnTo>
                  <a:pt x="0" y="0"/>
                </a:lnTo>
                <a:lnTo>
                  <a:pt x="0" y="763523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9714991" y="4185920"/>
            <a:ext cx="467360" cy="1020233"/>
          </a:xfrm>
          <a:custGeom>
            <a:avLst/>
            <a:gdLst/>
            <a:ahLst/>
            <a:cxnLst/>
            <a:rect l="l" t="t" r="r" b="b"/>
            <a:pathLst>
              <a:path w="350520" h="765175">
                <a:moveTo>
                  <a:pt x="0" y="765048"/>
                </a:moveTo>
                <a:lnTo>
                  <a:pt x="350520" y="765048"/>
                </a:lnTo>
                <a:lnTo>
                  <a:pt x="350520" y="0"/>
                </a:lnTo>
                <a:lnTo>
                  <a:pt x="0" y="0"/>
                </a:lnTo>
                <a:lnTo>
                  <a:pt x="0" y="765048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9147047" y="5152136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2" y="0"/>
                </a:moveTo>
                <a:lnTo>
                  <a:pt x="1028192" y="76200"/>
                </a:lnTo>
                <a:lnTo>
                  <a:pt x="1084579" y="48006"/>
                </a:lnTo>
                <a:lnTo>
                  <a:pt x="1040892" y="48006"/>
                </a:lnTo>
                <a:lnTo>
                  <a:pt x="1040892" y="28194"/>
                </a:lnTo>
                <a:lnTo>
                  <a:pt x="1084579" y="28194"/>
                </a:lnTo>
                <a:lnTo>
                  <a:pt x="1028192" y="0"/>
                </a:lnTo>
                <a:close/>
              </a:path>
              <a:path w="1104900" h="76200">
                <a:moveTo>
                  <a:pt x="1028192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1028192" y="48006"/>
                </a:lnTo>
                <a:lnTo>
                  <a:pt x="1028192" y="28194"/>
                </a:lnTo>
                <a:close/>
              </a:path>
              <a:path w="1104900" h="76200">
                <a:moveTo>
                  <a:pt x="1084579" y="28194"/>
                </a:moveTo>
                <a:lnTo>
                  <a:pt x="1040892" y="28194"/>
                </a:lnTo>
                <a:lnTo>
                  <a:pt x="1040892" y="48006"/>
                </a:lnTo>
                <a:lnTo>
                  <a:pt x="1084579" y="48006"/>
                </a:lnTo>
                <a:lnTo>
                  <a:pt x="1104392" y="38100"/>
                </a:lnTo>
                <a:lnTo>
                  <a:pt x="1084579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9098279" y="4083304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4" y="63500"/>
                </a:lnTo>
                <a:lnTo>
                  <a:pt x="28194" y="840816"/>
                </a:lnTo>
                <a:lnTo>
                  <a:pt x="48006" y="84081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10029953" y="4795520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9834879" y="4915407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9763759" y="4177792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9215121" y="4929631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9438641" y="4706112"/>
            <a:ext cx="191007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9186673" y="4431792"/>
            <a:ext cx="191007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9727185" y="4431792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10208769" y="5031231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9714991" y="4177793"/>
            <a:ext cx="0" cy="1023620"/>
          </a:xfrm>
          <a:custGeom>
            <a:avLst/>
            <a:gdLst/>
            <a:ahLst/>
            <a:cxnLst/>
            <a:rect l="l" t="t" r="r" b="b"/>
            <a:pathLst>
              <a:path h="767714">
                <a:moveTo>
                  <a:pt x="0" y="76732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10178288" y="4167631"/>
            <a:ext cx="0" cy="1023620"/>
          </a:xfrm>
          <a:custGeom>
            <a:avLst/>
            <a:gdLst/>
            <a:ahLst/>
            <a:cxnLst/>
            <a:rect l="l" t="t" r="r" b="b"/>
            <a:pathLst>
              <a:path h="767714">
                <a:moveTo>
                  <a:pt x="0" y="76732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9158224" y="5874513"/>
            <a:ext cx="1351280" cy="571500"/>
          </a:xfrm>
          <a:custGeom>
            <a:avLst/>
            <a:gdLst/>
            <a:ahLst/>
            <a:cxnLst/>
            <a:rect l="l" t="t" r="r" b="b"/>
            <a:pathLst>
              <a:path w="1013459" h="428625">
                <a:moveTo>
                  <a:pt x="0" y="428243"/>
                </a:moveTo>
                <a:lnTo>
                  <a:pt x="1013459" y="428243"/>
                </a:lnTo>
                <a:lnTo>
                  <a:pt x="1013459" y="0"/>
                </a:lnTo>
                <a:lnTo>
                  <a:pt x="0" y="0"/>
                </a:lnTo>
                <a:lnTo>
                  <a:pt x="0" y="428243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9160256" y="5443728"/>
            <a:ext cx="1349587" cy="445347"/>
          </a:xfrm>
          <a:custGeom>
            <a:avLst/>
            <a:gdLst/>
            <a:ahLst/>
            <a:cxnLst/>
            <a:rect l="l" t="t" r="r" b="b"/>
            <a:pathLst>
              <a:path w="1012190" h="334010">
                <a:moveTo>
                  <a:pt x="0" y="333755"/>
                </a:moveTo>
                <a:lnTo>
                  <a:pt x="1011936" y="333755"/>
                </a:lnTo>
                <a:lnTo>
                  <a:pt x="1011936" y="0"/>
                </a:lnTo>
                <a:lnTo>
                  <a:pt x="0" y="0"/>
                </a:lnTo>
                <a:lnTo>
                  <a:pt x="0" y="333755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9147047" y="6405879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2" y="0"/>
                </a:moveTo>
                <a:lnTo>
                  <a:pt x="1028192" y="76199"/>
                </a:lnTo>
                <a:lnTo>
                  <a:pt x="1084580" y="48005"/>
                </a:lnTo>
                <a:lnTo>
                  <a:pt x="1040892" y="48005"/>
                </a:lnTo>
                <a:lnTo>
                  <a:pt x="1040892" y="28193"/>
                </a:lnTo>
                <a:lnTo>
                  <a:pt x="1084579" y="28193"/>
                </a:lnTo>
                <a:lnTo>
                  <a:pt x="1028192" y="0"/>
                </a:lnTo>
                <a:close/>
              </a:path>
              <a:path w="1104900" h="76200">
                <a:moveTo>
                  <a:pt x="1028192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8192" y="48005"/>
                </a:lnTo>
                <a:lnTo>
                  <a:pt x="1028192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2" y="28193"/>
                </a:lnTo>
                <a:lnTo>
                  <a:pt x="1040892" y="48005"/>
                </a:lnTo>
                <a:lnTo>
                  <a:pt x="1084580" y="48005"/>
                </a:lnTo>
                <a:lnTo>
                  <a:pt x="1104392" y="38099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9098279" y="5339080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499"/>
                </a:moveTo>
                <a:lnTo>
                  <a:pt x="28194" y="63499"/>
                </a:lnTo>
                <a:lnTo>
                  <a:pt x="28194" y="840816"/>
                </a:lnTo>
                <a:lnTo>
                  <a:pt x="48006" y="840816"/>
                </a:lnTo>
                <a:lnTo>
                  <a:pt x="48006" y="63499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199"/>
                </a:lnTo>
                <a:lnTo>
                  <a:pt x="28194" y="76199"/>
                </a:lnTo>
                <a:lnTo>
                  <a:pt x="28194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499"/>
                </a:moveTo>
                <a:lnTo>
                  <a:pt x="48006" y="63499"/>
                </a:lnTo>
                <a:lnTo>
                  <a:pt x="48006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9971025" y="5697729"/>
            <a:ext cx="191007" cy="191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9363457" y="5417312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9438641" y="5961887"/>
            <a:ext cx="191007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9719057" y="5864352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9658095" y="6282944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0" name="object 80"/>
          <p:cNvSpPr/>
          <p:nvPr/>
        </p:nvSpPr>
        <p:spPr>
          <a:xfrm>
            <a:off x="9727185" y="568553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1" name="object 81"/>
          <p:cNvSpPr/>
          <p:nvPr/>
        </p:nvSpPr>
        <p:spPr>
          <a:xfrm>
            <a:off x="10208769" y="6284976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/>
          <p:nvPr/>
        </p:nvSpPr>
        <p:spPr>
          <a:xfrm>
            <a:off x="10208769" y="5559552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3" name="object 83"/>
          <p:cNvSpPr/>
          <p:nvPr/>
        </p:nvSpPr>
        <p:spPr>
          <a:xfrm>
            <a:off x="9146031" y="5872479"/>
            <a:ext cx="1363980" cy="0"/>
          </a:xfrm>
          <a:custGeom>
            <a:avLst/>
            <a:gdLst/>
            <a:ahLst/>
            <a:cxnLst/>
            <a:rect l="l" t="t" r="r" b="b"/>
            <a:pathLst>
              <a:path w="1022984">
                <a:moveTo>
                  <a:pt x="102273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/>
          <p:nvPr/>
        </p:nvSpPr>
        <p:spPr>
          <a:xfrm>
            <a:off x="4239768" y="2642615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79" y="48006"/>
                </a:lnTo>
                <a:lnTo>
                  <a:pt x="1040891" y="48006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8191" y="48006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6"/>
                </a:lnTo>
                <a:lnTo>
                  <a:pt x="1084579" y="48006"/>
                </a:lnTo>
                <a:lnTo>
                  <a:pt x="1104391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4191000" y="1575816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67"/>
                </a:lnTo>
                <a:lnTo>
                  <a:pt x="48006" y="840867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5063745" y="1934463"/>
            <a:ext cx="191007" cy="191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5354321" y="2086863"/>
            <a:ext cx="193039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4456177" y="1654049"/>
            <a:ext cx="193039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4309872" y="2422143"/>
            <a:ext cx="191008" cy="191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4397247" y="2537968"/>
            <a:ext cx="191007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4750815" y="2517647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4523231" y="1962911"/>
            <a:ext cx="191007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4553713" y="2391665"/>
            <a:ext cx="193039" cy="193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4241800" y="3914647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79" y="48006"/>
                </a:lnTo>
                <a:lnTo>
                  <a:pt x="1040891" y="48006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8191" y="48006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6"/>
                </a:lnTo>
                <a:lnTo>
                  <a:pt x="1084579" y="48006"/>
                </a:lnTo>
                <a:lnTo>
                  <a:pt x="1104391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4193031" y="2847848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66"/>
                </a:lnTo>
                <a:lnTo>
                  <a:pt x="48006" y="84086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4637023" y="3088639"/>
            <a:ext cx="191007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5492495" y="359257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5065777" y="3204464"/>
            <a:ext cx="191007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5356353" y="335889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4275327" y="3275584"/>
            <a:ext cx="191008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/>
          <p:nvPr/>
        </p:nvSpPr>
        <p:spPr>
          <a:xfrm>
            <a:off x="4531361" y="3468623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2" name="object 102"/>
          <p:cNvSpPr/>
          <p:nvPr/>
        </p:nvSpPr>
        <p:spPr>
          <a:xfrm>
            <a:off x="4813807" y="3371088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3" name="object 103"/>
          <p:cNvSpPr/>
          <p:nvPr/>
        </p:nvSpPr>
        <p:spPr>
          <a:xfrm>
            <a:off x="4555745" y="3663696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4" name="object 104"/>
          <p:cNvSpPr/>
          <p:nvPr/>
        </p:nvSpPr>
        <p:spPr>
          <a:xfrm>
            <a:off x="4239768" y="5152136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79" y="48006"/>
                </a:lnTo>
                <a:lnTo>
                  <a:pt x="1040891" y="48006"/>
                </a:lnTo>
                <a:lnTo>
                  <a:pt x="1040891" y="28194"/>
                </a:lnTo>
                <a:lnTo>
                  <a:pt x="1084579" y="28194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1028191" y="48006"/>
                </a:lnTo>
                <a:lnTo>
                  <a:pt x="1028191" y="28194"/>
                </a:lnTo>
                <a:close/>
              </a:path>
              <a:path w="1104900" h="76200">
                <a:moveTo>
                  <a:pt x="1084579" y="28194"/>
                </a:moveTo>
                <a:lnTo>
                  <a:pt x="1040891" y="28194"/>
                </a:lnTo>
                <a:lnTo>
                  <a:pt x="1040891" y="48006"/>
                </a:lnTo>
                <a:lnTo>
                  <a:pt x="1084579" y="48006"/>
                </a:lnTo>
                <a:lnTo>
                  <a:pt x="1104391" y="38100"/>
                </a:lnTo>
                <a:lnTo>
                  <a:pt x="1084579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5" name="object 105"/>
          <p:cNvSpPr/>
          <p:nvPr/>
        </p:nvSpPr>
        <p:spPr>
          <a:xfrm>
            <a:off x="4191000" y="4083304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16"/>
                </a:lnTo>
                <a:lnTo>
                  <a:pt x="48006" y="84081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6" name="object 106"/>
          <p:cNvSpPr/>
          <p:nvPr/>
        </p:nvSpPr>
        <p:spPr>
          <a:xfrm>
            <a:off x="5124705" y="4795520"/>
            <a:ext cx="191007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7" name="object 107"/>
          <p:cNvSpPr/>
          <p:nvPr/>
        </p:nvSpPr>
        <p:spPr>
          <a:xfrm>
            <a:off x="4927601" y="4915407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8" name="object 108"/>
          <p:cNvSpPr/>
          <p:nvPr/>
        </p:nvSpPr>
        <p:spPr>
          <a:xfrm>
            <a:off x="4856479" y="4177792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9" name="object 109"/>
          <p:cNvSpPr/>
          <p:nvPr/>
        </p:nvSpPr>
        <p:spPr>
          <a:xfrm>
            <a:off x="4309872" y="4929631"/>
            <a:ext cx="191008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0" name="object 110"/>
          <p:cNvSpPr/>
          <p:nvPr/>
        </p:nvSpPr>
        <p:spPr>
          <a:xfrm>
            <a:off x="4531361" y="4706112"/>
            <a:ext cx="191007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1" name="object 111"/>
          <p:cNvSpPr/>
          <p:nvPr/>
        </p:nvSpPr>
        <p:spPr>
          <a:xfrm>
            <a:off x="4279392" y="4431792"/>
            <a:ext cx="191008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2" name="object 112"/>
          <p:cNvSpPr/>
          <p:nvPr/>
        </p:nvSpPr>
        <p:spPr>
          <a:xfrm>
            <a:off x="4819905" y="4431792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3" name="object 113"/>
          <p:cNvSpPr/>
          <p:nvPr/>
        </p:nvSpPr>
        <p:spPr>
          <a:xfrm>
            <a:off x="5301487" y="5031231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4" name="object 114"/>
          <p:cNvSpPr/>
          <p:nvPr/>
        </p:nvSpPr>
        <p:spPr>
          <a:xfrm>
            <a:off x="4239768" y="6405879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199"/>
                </a:lnTo>
                <a:lnTo>
                  <a:pt x="1084579" y="48005"/>
                </a:lnTo>
                <a:lnTo>
                  <a:pt x="1040891" y="48005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8191" y="48005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5"/>
                </a:lnTo>
                <a:lnTo>
                  <a:pt x="1084579" y="48005"/>
                </a:lnTo>
                <a:lnTo>
                  <a:pt x="1104391" y="38099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5" name="object 115"/>
          <p:cNvSpPr/>
          <p:nvPr/>
        </p:nvSpPr>
        <p:spPr>
          <a:xfrm>
            <a:off x="4191000" y="5339080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499"/>
                </a:moveTo>
                <a:lnTo>
                  <a:pt x="28193" y="63499"/>
                </a:lnTo>
                <a:lnTo>
                  <a:pt x="28193" y="840816"/>
                </a:lnTo>
                <a:lnTo>
                  <a:pt x="48006" y="840816"/>
                </a:lnTo>
                <a:lnTo>
                  <a:pt x="48006" y="63499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199"/>
                </a:lnTo>
                <a:lnTo>
                  <a:pt x="28193" y="76199"/>
                </a:lnTo>
                <a:lnTo>
                  <a:pt x="28193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499"/>
                </a:moveTo>
                <a:lnTo>
                  <a:pt x="48006" y="63499"/>
                </a:lnTo>
                <a:lnTo>
                  <a:pt x="48006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6" name="object 116"/>
          <p:cNvSpPr/>
          <p:nvPr/>
        </p:nvSpPr>
        <p:spPr>
          <a:xfrm>
            <a:off x="5063745" y="5697729"/>
            <a:ext cx="191007" cy="191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7" name="object 117"/>
          <p:cNvSpPr/>
          <p:nvPr/>
        </p:nvSpPr>
        <p:spPr>
          <a:xfrm>
            <a:off x="4456177" y="5417312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8" name="object 118"/>
          <p:cNvSpPr/>
          <p:nvPr/>
        </p:nvSpPr>
        <p:spPr>
          <a:xfrm>
            <a:off x="4531361" y="5961887"/>
            <a:ext cx="191007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9" name="object 119"/>
          <p:cNvSpPr/>
          <p:nvPr/>
        </p:nvSpPr>
        <p:spPr>
          <a:xfrm>
            <a:off x="4811777" y="5864352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0" name="object 120"/>
          <p:cNvSpPr/>
          <p:nvPr/>
        </p:nvSpPr>
        <p:spPr>
          <a:xfrm>
            <a:off x="4750815" y="6282944"/>
            <a:ext cx="193039" cy="191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1" name="object 121"/>
          <p:cNvSpPr/>
          <p:nvPr/>
        </p:nvSpPr>
        <p:spPr>
          <a:xfrm>
            <a:off x="4819905" y="5685536"/>
            <a:ext cx="193039" cy="193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2" name="object 122"/>
          <p:cNvSpPr/>
          <p:nvPr/>
        </p:nvSpPr>
        <p:spPr>
          <a:xfrm>
            <a:off x="5301487" y="6284976"/>
            <a:ext cx="193039" cy="19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3" name="object 123"/>
          <p:cNvSpPr/>
          <p:nvPr/>
        </p:nvSpPr>
        <p:spPr>
          <a:xfrm>
            <a:off x="5301487" y="5559552"/>
            <a:ext cx="193039" cy="191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4" name="object 124"/>
          <p:cNvSpPr/>
          <p:nvPr/>
        </p:nvSpPr>
        <p:spPr>
          <a:xfrm>
            <a:off x="5748528" y="1790193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4">
                <a:moveTo>
                  <a:pt x="349757" y="0"/>
                </a:moveTo>
                <a:lnTo>
                  <a:pt x="349757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7"/>
                </a:lnTo>
                <a:lnTo>
                  <a:pt x="621791" y="272033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5" name="object 125"/>
          <p:cNvSpPr/>
          <p:nvPr/>
        </p:nvSpPr>
        <p:spPr>
          <a:xfrm>
            <a:off x="6762492" y="1771881"/>
            <a:ext cx="1303537" cy="832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6" name="object 126"/>
          <p:cNvSpPr/>
          <p:nvPr/>
        </p:nvSpPr>
        <p:spPr>
          <a:xfrm>
            <a:off x="6790944" y="1897871"/>
            <a:ext cx="1297432" cy="628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7" name="object 127"/>
          <p:cNvSpPr/>
          <p:nvPr/>
        </p:nvSpPr>
        <p:spPr>
          <a:xfrm>
            <a:off x="6764529" y="1773936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2"/>
                </a:moveTo>
                <a:lnTo>
                  <a:pt x="922020" y="568452"/>
                </a:lnTo>
                <a:lnTo>
                  <a:pt x="922020" y="0"/>
                </a:lnTo>
                <a:lnTo>
                  <a:pt x="0" y="0"/>
                </a:lnTo>
                <a:lnTo>
                  <a:pt x="0" y="568452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8" name="object 128"/>
          <p:cNvSpPr/>
          <p:nvPr/>
        </p:nvSpPr>
        <p:spPr>
          <a:xfrm>
            <a:off x="6764529" y="1773936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2"/>
                </a:moveTo>
                <a:lnTo>
                  <a:pt x="922020" y="568452"/>
                </a:lnTo>
                <a:lnTo>
                  <a:pt x="922020" y="0"/>
                </a:lnTo>
                <a:lnTo>
                  <a:pt x="0" y="0"/>
                </a:lnTo>
                <a:lnTo>
                  <a:pt x="0" y="56845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9" name="object 129"/>
          <p:cNvSpPr/>
          <p:nvPr/>
        </p:nvSpPr>
        <p:spPr>
          <a:xfrm>
            <a:off x="6894576" y="1923965"/>
            <a:ext cx="1109912" cy="2397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0" name="object 130"/>
          <p:cNvSpPr/>
          <p:nvPr/>
        </p:nvSpPr>
        <p:spPr>
          <a:xfrm>
            <a:off x="6988387" y="2127165"/>
            <a:ext cx="871507" cy="2397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1" name="object 131"/>
          <p:cNvSpPr/>
          <p:nvPr/>
        </p:nvSpPr>
        <p:spPr>
          <a:xfrm>
            <a:off x="8182864" y="1790193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5" h="544194">
                <a:moveTo>
                  <a:pt x="348234" y="0"/>
                </a:moveTo>
                <a:lnTo>
                  <a:pt x="348234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4" y="408050"/>
                </a:lnTo>
                <a:lnTo>
                  <a:pt x="348234" y="544067"/>
                </a:lnTo>
                <a:lnTo>
                  <a:pt x="620268" y="272033"/>
                </a:lnTo>
                <a:lnTo>
                  <a:pt x="348234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2" name="object 132"/>
          <p:cNvSpPr/>
          <p:nvPr/>
        </p:nvSpPr>
        <p:spPr>
          <a:xfrm>
            <a:off x="5748528" y="3043936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4">
                <a:moveTo>
                  <a:pt x="349757" y="0"/>
                </a:moveTo>
                <a:lnTo>
                  <a:pt x="349757" y="136017"/>
                </a:lnTo>
                <a:lnTo>
                  <a:pt x="0" y="136017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8"/>
                </a:lnTo>
                <a:lnTo>
                  <a:pt x="621791" y="272034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3" name="object 133"/>
          <p:cNvSpPr/>
          <p:nvPr/>
        </p:nvSpPr>
        <p:spPr>
          <a:xfrm>
            <a:off x="6762492" y="3025625"/>
            <a:ext cx="1303537" cy="832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4" name="object 134"/>
          <p:cNvSpPr/>
          <p:nvPr/>
        </p:nvSpPr>
        <p:spPr>
          <a:xfrm>
            <a:off x="6790944" y="3151615"/>
            <a:ext cx="1297432" cy="6289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5" name="object 135"/>
          <p:cNvSpPr/>
          <p:nvPr/>
        </p:nvSpPr>
        <p:spPr>
          <a:xfrm>
            <a:off x="6764529" y="3027680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1"/>
                </a:moveTo>
                <a:lnTo>
                  <a:pt x="922020" y="568451"/>
                </a:lnTo>
                <a:lnTo>
                  <a:pt x="922020" y="0"/>
                </a:lnTo>
                <a:lnTo>
                  <a:pt x="0" y="0"/>
                </a:lnTo>
                <a:lnTo>
                  <a:pt x="0" y="568451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6" name="object 136"/>
          <p:cNvSpPr/>
          <p:nvPr/>
        </p:nvSpPr>
        <p:spPr>
          <a:xfrm>
            <a:off x="6764529" y="3027680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1"/>
                </a:moveTo>
                <a:lnTo>
                  <a:pt x="922020" y="568451"/>
                </a:lnTo>
                <a:lnTo>
                  <a:pt x="922020" y="0"/>
                </a:lnTo>
                <a:lnTo>
                  <a:pt x="0" y="0"/>
                </a:lnTo>
                <a:lnTo>
                  <a:pt x="0" y="56845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7" name="object 137"/>
          <p:cNvSpPr/>
          <p:nvPr/>
        </p:nvSpPr>
        <p:spPr>
          <a:xfrm>
            <a:off x="6894576" y="3177642"/>
            <a:ext cx="1109912" cy="2401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8" name="object 138"/>
          <p:cNvSpPr/>
          <p:nvPr/>
        </p:nvSpPr>
        <p:spPr>
          <a:xfrm>
            <a:off x="6988387" y="3381586"/>
            <a:ext cx="871507" cy="239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9" name="object 139"/>
          <p:cNvSpPr/>
          <p:nvPr/>
        </p:nvSpPr>
        <p:spPr>
          <a:xfrm>
            <a:off x="8182864" y="3043936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5" h="544194">
                <a:moveTo>
                  <a:pt x="348234" y="0"/>
                </a:moveTo>
                <a:lnTo>
                  <a:pt x="348234" y="136017"/>
                </a:lnTo>
                <a:lnTo>
                  <a:pt x="0" y="136017"/>
                </a:lnTo>
                <a:lnTo>
                  <a:pt x="0" y="408050"/>
                </a:lnTo>
                <a:lnTo>
                  <a:pt x="348234" y="408050"/>
                </a:lnTo>
                <a:lnTo>
                  <a:pt x="348234" y="544068"/>
                </a:lnTo>
                <a:lnTo>
                  <a:pt x="620268" y="272034"/>
                </a:lnTo>
                <a:lnTo>
                  <a:pt x="348234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0" name="object 140"/>
          <p:cNvSpPr/>
          <p:nvPr/>
        </p:nvSpPr>
        <p:spPr>
          <a:xfrm>
            <a:off x="5748528" y="4291585"/>
            <a:ext cx="829733" cy="723900"/>
          </a:xfrm>
          <a:custGeom>
            <a:avLst/>
            <a:gdLst/>
            <a:ahLst/>
            <a:cxnLst/>
            <a:rect l="l" t="t" r="r" b="b"/>
            <a:pathLst>
              <a:path w="622300" h="542925">
                <a:moveTo>
                  <a:pt x="350519" y="0"/>
                </a:moveTo>
                <a:lnTo>
                  <a:pt x="350519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350519" y="406908"/>
                </a:lnTo>
                <a:lnTo>
                  <a:pt x="350519" y="542544"/>
                </a:lnTo>
                <a:lnTo>
                  <a:pt x="621791" y="271272"/>
                </a:lnTo>
                <a:lnTo>
                  <a:pt x="350519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1" name="object 141"/>
          <p:cNvSpPr/>
          <p:nvPr/>
        </p:nvSpPr>
        <p:spPr>
          <a:xfrm>
            <a:off x="6762492" y="4271241"/>
            <a:ext cx="1303537" cy="832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2" name="object 142"/>
          <p:cNvSpPr/>
          <p:nvPr/>
        </p:nvSpPr>
        <p:spPr>
          <a:xfrm>
            <a:off x="6790944" y="4397231"/>
            <a:ext cx="1297432" cy="6289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3" name="object 143"/>
          <p:cNvSpPr/>
          <p:nvPr/>
        </p:nvSpPr>
        <p:spPr>
          <a:xfrm>
            <a:off x="6764529" y="4273296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1"/>
                </a:moveTo>
                <a:lnTo>
                  <a:pt x="922020" y="568451"/>
                </a:lnTo>
                <a:lnTo>
                  <a:pt x="922020" y="0"/>
                </a:lnTo>
                <a:lnTo>
                  <a:pt x="0" y="0"/>
                </a:lnTo>
                <a:lnTo>
                  <a:pt x="0" y="568451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4" name="object 144"/>
          <p:cNvSpPr/>
          <p:nvPr/>
        </p:nvSpPr>
        <p:spPr>
          <a:xfrm>
            <a:off x="6764529" y="4273296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1"/>
                </a:moveTo>
                <a:lnTo>
                  <a:pt x="922020" y="568451"/>
                </a:lnTo>
                <a:lnTo>
                  <a:pt x="922020" y="0"/>
                </a:lnTo>
                <a:lnTo>
                  <a:pt x="0" y="0"/>
                </a:lnTo>
                <a:lnTo>
                  <a:pt x="0" y="56845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5" name="object 145"/>
          <p:cNvSpPr/>
          <p:nvPr/>
        </p:nvSpPr>
        <p:spPr>
          <a:xfrm>
            <a:off x="6894576" y="4424511"/>
            <a:ext cx="1109912" cy="2397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6" name="object 146"/>
          <p:cNvSpPr/>
          <p:nvPr/>
        </p:nvSpPr>
        <p:spPr>
          <a:xfrm>
            <a:off x="6988387" y="4627643"/>
            <a:ext cx="871507" cy="2401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7" name="object 147"/>
          <p:cNvSpPr/>
          <p:nvPr/>
        </p:nvSpPr>
        <p:spPr>
          <a:xfrm>
            <a:off x="8182864" y="4291585"/>
            <a:ext cx="827193" cy="723900"/>
          </a:xfrm>
          <a:custGeom>
            <a:avLst/>
            <a:gdLst/>
            <a:ahLst/>
            <a:cxnLst/>
            <a:rect l="l" t="t" r="r" b="b"/>
            <a:pathLst>
              <a:path w="620395" h="542925">
                <a:moveTo>
                  <a:pt x="348996" y="0"/>
                </a:moveTo>
                <a:lnTo>
                  <a:pt x="348996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348996" y="406908"/>
                </a:lnTo>
                <a:lnTo>
                  <a:pt x="348996" y="542544"/>
                </a:lnTo>
                <a:lnTo>
                  <a:pt x="620268" y="271272"/>
                </a:lnTo>
                <a:lnTo>
                  <a:pt x="348996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8" name="object 148"/>
          <p:cNvSpPr/>
          <p:nvPr/>
        </p:nvSpPr>
        <p:spPr>
          <a:xfrm>
            <a:off x="5748528" y="5545329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5">
                <a:moveTo>
                  <a:pt x="349757" y="0"/>
                </a:moveTo>
                <a:lnTo>
                  <a:pt x="349757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7"/>
                </a:lnTo>
                <a:lnTo>
                  <a:pt x="621791" y="272033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9" name="object 149"/>
          <p:cNvSpPr/>
          <p:nvPr/>
        </p:nvSpPr>
        <p:spPr>
          <a:xfrm>
            <a:off x="6762492" y="5527017"/>
            <a:ext cx="1303537" cy="832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0" name="object 150"/>
          <p:cNvSpPr/>
          <p:nvPr/>
        </p:nvSpPr>
        <p:spPr>
          <a:xfrm>
            <a:off x="6790944" y="5653023"/>
            <a:ext cx="1297432" cy="6289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1" name="object 151"/>
          <p:cNvSpPr/>
          <p:nvPr/>
        </p:nvSpPr>
        <p:spPr>
          <a:xfrm>
            <a:off x="6764529" y="5529071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2"/>
                </a:moveTo>
                <a:lnTo>
                  <a:pt x="922020" y="568452"/>
                </a:lnTo>
                <a:lnTo>
                  <a:pt x="922020" y="0"/>
                </a:lnTo>
                <a:lnTo>
                  <a:pt x="0" y="0"/>
                </a:lnTo>
                <a:lnTo>
                  <a:pt x="0" y="568452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2" name="object 152"/>
          <p:cNvSpPr/>
          <p:nvPr/>
        </p:nvSpPr>
        <p:spPr>
          <a:xfrm>
            <a:off x="6764529" y="5529071"/>
            <a:ext cx="1229359" cy="758613"/>
          </a:xfrm>
          <a:custGeom>
            <a:avLst/>
            <a:gdLst/>
            <a:ahLst/>
            <a:cxnLst/>
            <a:rect l="l" t="t" r="r" b="b"/>
            <a:pathLst>
              <a:path w="922020" h="568960">
                <a:moveTo>
                  <a:pt x="0" y="568452"/>
                </a:moveTo>
                <a:lnTo>
                  <a:pt x="922020" y="568452"/>
                </a:lnTo>
                <a:lnTo>
                  <a:pt x="922020" y="0"/>
                </a:lnTo>
                <a:lnTo>
                  <a:pt x="0" y="0"/>
                </a:lnTo>
                <a:lnTo>
                  <a:pt x="0" y="56845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3" name="object 153"/>
          <p:cNvSpPr/>
          <p:nvPr/>
        </p:nvSpPr>
        <p:spPr>
          <a:xfrm>
            <a:off x="6894576" y="5680252"/>
            <a:ext cx="1109912" cy="2397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4" name="object 154"/>
          <p:cNvSpPr/>
          <p:nvPr/>
        </p:nvSpPr>
        <p:spPr>
          <a:xfrm>
            <a:off x="6988387" y="5883452"/>
            <a:ext cx="871507" cy="2397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5" name="object 155"/>
          <p:cNvSpPr/>
          <p:nvPr/>
        </p:nvSpPr>
        <p:spPr>
          <a:xfrm>
            <a:off x="8182864" y="5545329"/>
            <a:ext cx="827193" cy="725593"/>
          </a:xfrm>
          <a:custGeom>
            <a:avLst/>
            <a:gdLst/>
            <a:ahLst/>
            <a:cxnLst/>
            <a:rect l="l" t="t" r="r" b="b"/>
            <a:pathLst>
              <a:path w="620395" h="544195">
                <a:moveTo>
                  <a:pt x="348234" y="0"/>
                </a:moveTo>
                <a:lnTo>
                  <a:pt x="348234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8234" y="408050"/>
                </a:lnTo>
                <a:lnTo>
                  <a:pt x="348234" y="544067"/>
                </a:lnTo>
                <a:lnTo>
                  <a:pt x="620268" y="272033"/>
                </a:lnTo>
                <a:lnTo>
                  <a:pt x="348234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6" name="object 156"/>
          <p:cNvSpPr/>
          <p:nvPr/>
        </p:nvSpPr>
        <p:spPr>
          <a:xfrm>
            <a:off x="2852419" y="2191512"/>
            <a:ext cx="1235287" cy="1716193"/>
          </a:xfrm>
          <a:custGeom>
            <a:avLst/>
            <a:gdLst/>
            <a:ahLst/>
            <a:cxnLst/>
            <a:rect l="l" t="t" r="r" b="b"/>
            <a:pathLst>
              <a:path w="926464" h="1287145">
                <a:moveTo>
                  <a:pt x="863928" y="62210"/>
                </a:moveTo>
                <a:lnTo>
                  <a:pt x="0" y="1269999"/>
                </a:lnTo>
                <a:lnTo>
                  <a:pt x="23622" y="1286890"/>
                </a:lnTo>
                <a:lnTo>
                  <a:pt x="887458" y="79054"/>
                </a:lnTo>
                <a:lnTo>
                  <a:pt x="863928" y="62210"/>
                </a:lnTo>
                <a:close/>
              </a:path>
              <a:path w="926464" h="1287145">
                <a:moveTo>
                  <a:pt x="918197" y="50418"/>
                </a:moveTo>
                <a:lnTo>
                  <a:pt x="872363" y="50418"/>
                </a:lnTo>
                <a:lnTo>
                  <a:pt x="895858" y="67310"/>
                </a:lnTo>
                <a:lnTo>
                  <a:pt x="887458" y="79054"/>
                </a:lnTo>
                <a:lnTo>
                  <a:pt x="910971" y="95885"/>
                </a:lnTo>
                <a:lnTo>
                  <a:pt x="918197" y="50418"/>
                </a:lnTo>
                <a:close/>
              </a:path>
              <a:path w="926464" h="1287145">
                <a:moveTo>
                  <a:pt x="872363" y="50418"/>
                </a:moveTo>
                <a:lnTo>
                  <a:pt x="863928" y="62210"/>
                </a:lnTo>
                <a:lnTo>
                  <a:pt x="887458" y="79054"/>
                </a:lnTo>
                <a:lnTo>
                  <a:pt x="895858" y="67310"/>
                </a:lnTo>
                <a:lnTo>
                  <a:pt x="872363" y="50418"/>
                </a:lnTo>
                <a:close/>
              </a:path>
              <a:path w="926464" h="1287145">
                <a:moveTo>
                  <a:pt x="926211" y="0"/>
                </a:moveTo>
                <a:lnTo>
                  <a:pt x="840359" y="45338"/>
                </a:lnTo>
                <a:lnTo>
                  <a:pt x="863928" y="62210"/>
                </a:lnTo>
                <a:lnTo>
                  <a:pt x="872363" y="50418"/>
                </a:lnTo>
                <a:lnTo>
                  <a:pt x="918197" y="50418"/>
                </a:lnTo>
                <a:lnTo>
                  <a:pt x="92621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7" name="object 157"/>
          <p:cNvSpPr/>
          <p:nvPr/>
        </p:nvSpPr>
        <p:spPr>
          <a:xfrm>
            <a:off x="2859364" y="3274568"/>
            <a:ext cx="1228513" cy="638387"/>
          </a:xfrm>
          <a:custGeom>
            <a:avLst/>
            <a:gdLst/>
            <a:ahLst/>
            <a:cxnLst/>
            <a:rect l="l" t="t" r="r" b="b"/>
            <a:pathLst>
              <a:path w="921385" h="478789">
                <a:moveTo>
                  <a:pt x="836994" y="26503"/>
                </a:moveTo>
                <a:lnTo>
                  <a:pt x="0" y="452755"/>
                </a:lnTo>
                <a:lnTo>
                  <a:pt x="13207" y="478536"/>
                </a:lnTo>
                <a:lnTo>
                  <a:pt x="850168" y="52301"/>
                </a:lnTo>
                <a:lnTo>
                  <a:pt x="836994" y="26503"/>
                </a:lnTo>
                <a:close/>
              </a:path>
              <a:path w="921385" h="478789">
                <a:moveTo>
                  <a:pt x="906284" y="19938"/>
                </a:moveTo>
                <a:lnTo>
                  <a:pt x="849883" y="19938"/>
                </a:lnTo>
                <a:lnTo>
                  <a:pt x="863091" y="45719"/>
                </a:lnTo>
                <a:lnTo>
                  <a:pt x="850168" y="52301"/>
                </a:lnTo>
                <a:lnTo>
                  <a:pt x="863345" y="78105"/>
                </a:lnTo>
                <a:lnTo>
                  <a:pt x="906284" y="19938"/>
                </a:lnTo>
                <a:close/>
              </a:path>
              <a:path w="921385" h="478789">
                <a:moveTo>
                  <a:pt x="849883" y="19938"/>
                </a:moveTo>
                <a:lnTo>
                  <a:pt x="836994" y="26503"/>
                </a:lnTo>
                <a:lnTo>
                  <a:pt x="850168" y="52301"/>
                </a:lnTo>
                <a:lnTo>
                  <a:pt x="863091" y="45719"/>
                </a:lnTo>
                <a:lnTo>
                  <a:pt x="849883" y="19938"/>
                </a:lnTo>
                <a:close/>
              </a:path>
              <a:path w="921385" h="478789">
                <a:moveTo>
                  <a:pt x="921003" y="0"/>
                </a:moveTo>
                <a:lnTo>
                  <a:pt x="823848" y="762"/>
                </a:lnTo>
                <a:lnTo>
                  <a:pt x="836994" y="26503"/>
                </a:lnTo>
                <a:lnTo>
                  <a:pt x="849883" y="19938"/>
                </a:lnTo>
                <a:lnTo>
                  <a:pt x="906284" y="19938"/>
                </a:lnTo>
                <a:lnTo>
                  <a:pt x="921003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8" name="object 158"/>
          <p:cNvSpPr/>
          <p:nvPr/>
        </p:nvSpPr>
        <p:spPr>
          <a:xfrm>
            <a:off x="2857331" y="3880443"/>
            <a:ext cx="1230207" cy="849207"/>
          </a:xfrm>
          <a:custGeom>
            <a:avLst/>
            <a:gdLst/>
            <a:ahLst/>
            <a:cxnLst/>
            <a:rect l="l" t="t" r="r" b="b"/>
            <a:pathLst>
              <a:path w="922655" h="636904">
                <a:moveTo>
                  <a:pt x="842610" y="599640"/>
                </a:moveTo>
                <a:lnTo>
                  <a:pt x="826262" y="623570"/>
                </a:lnTo>
                <a:lnTo>
                  <a:pt x="922527" y="636778"/>
                </a:lnTo>
                <a:lnTo>
                  <a:pt x="906426" y="607822"/>
                </a:lnTo>
                <a:lnTo>
                  <a:pt x="854582" y="607822"/>
                </a:lnTo>
                <a:lnTo>
                  <a:pt x="842610" y="599640"/>
                </a:lnTo>
                <a:close/>
              </a:path>
              <a:path w="922655" h="636904">
                <a:moveTo>
                  <a:pt x="858943" y="575732"/>
                </a:moveTo>
                <a:lnTo>
                  <a:pt x="842610" y="599640"/>
                </a:lnTo>
                <a:lnTo>
                  <a:pt x="854582" y="607822"/>
                </a:lnTo>
                <a:lnTo>
                  <a:pt x="870965" y="583945"/>
                </a:lnTo>
                <a:lnTo>
                  <a:pt x="858943" y="575732"/>
                </a:lnTo>
                <a:close/>
              </a:path>
              <a:path w="922655" h="636904">
                <a:moveTo>
                  <a:pt x="875283" y="551815"/>
                </a:moveTo>
                <a:lnTo>
                  <a:pt x="858943" y="575732"/>
                </a:lnTo>
                <a:lnTo>
                  <a:pt x="870965" y="583945"/>
                </a:lnTo>
                <a:lnTo>
                  <a:pt x="854582" y="607822"/>
                </a:lnTo>
                <a:lnTo>
                  <a:pt x="906426" y="607822"/>
                </a:lnTo>
                <a:lnTo>
                  <a:pt x="875283" y="551815"/>
                </a:lnTo>
                <a:close/>
              </a:path>
              <a:path w="922655" h="636904">
                <a:moveTo>
                  <a:pt x="16256" y="0"/>
                </a:moveTo>
                <a:lnTo>
                  <a:pt x="0" y="23875"/>
                </a:lnTo>
                <a:lnTo>
                  <a:pt x="842610" y="599640"/>
                </a:lnTo>
                <a:lnTo>
                  <a:pt x="858943" y="575732"/>
                </a:lnTo>
                <a:lnTo>
                  <a:pt x="16256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9" name="object 159"/>
          <p:cNvSpPr/>
          <p:nvPr/>
        </p:nvSpPr>
        <p:spPr>
          <a:xfrm>
            <a:off x="2851572" y="3886707"/>
            <a:ext cx="1236133" cy="2098887"/>
          </a:xfrm>
          <a:custGeom>
            <a:avLst/>
            <a:gdLst/>
            <a:ahLst/>
            <a:cxnLst/>
            <a:rect l="l" t="t" r="r" b="b"/>
            <a:pathLst>
              <a:path w="927100" h="1574164">
                <a:moveTo>
                  <a:pt x="870525" y="1505857"/>
                </a:moveTo>
                <a:lnTo>
                  <a:pt x="845565" y="1520444"/>
                </a:lnTo>
                <a:lnTo>
                  <a:pt x="926845" y="1573568"/>
                </a:lnTo>
                <a:lnTo>
                  <a:pt x="923228" y="1518361"/>
                </a:lnTo>
                <a:lnTo>
                  <a:pt x="877824" y="1518361"/>
                </a:lnTo>
                <a:lnTo>
                  <a:pt x="870525" y="1505857"/>
                </a:lnTo>
                <a:close/>
              </a:path>
              <a:path w="927100" h="1574164">
                <a:moveTo>
                  <a:pt x="895536" y="1491241"/>
                </a:moveTo>
                <a:lnTo>
                  <a:pt x="870525" y="1505857"/>
                </a:lnTo>
                <a:lnTo>
                  <a:pt x="877824" y="1518361"/>
                </a:lnTo>
                <a:lnTo>
                  <a:pt x="902843" y="1503756"/>
                </a:lnTo>
                <a:lnTo>
                  <a:pt x="895536" y="1491241"/>
                </a:lnTo>
                <a:close/>
              </a:path>
              <a:path w="927100" h="1574164">
                <a:moveTo>
                  <a:pt x="920495" y="1476654"/>
                </a:moveTo>
                <a:lnTo>
                  <a:pt x="895536" y="1491241"/>
                </a:lnTo>
                <a:lnTo>
                  <a:pt x="902843" y="1503756"/>
                </a:lnTo>
                <a:lnTo>
                  <a:pt x="877824" y="1518361"/>
                </a:lnTo>
                <a:lnTo>
                  <a:pt x="923228" y="1518361"/>
                </a:lnTo>
                <a:lnTo>
                  <a:pt x="920495" y="1476654"/>
                </a:lnTo>
                <a:close/>
              </a:path>
              <a:path w="927100" h="1574164">
                <a:moveTo>
                  <a:pt x="24892" y="0"/>
                </a:moveTo>
                <a:lnTo>
                  <a:pt x="0" y="14477"/>
                </a:lnTo>
                <a:lnTo>
                  <a:pt x="870525" y="1505857"/>
                </a:lnTo>
                <a:lnTo>
                  <a:pt x="895536" y="1491241"/>
                </a:lnTo>
                <a:lnTo>
                  <a:pt x="24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4" name="Shape 52">
            <a:extLst>
              <a:ext uri="{FF2B5EF4-FFF2-40B4-BE49-F238E27FC236}">
                <a16:creationId xmlns:a16="http://schemas.microsoft.com/office/drawing/2014/main" id="{8E59EAF2-2744-1740-8C63-B59F8FE800D3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Bagging at training time</a:t>
            </a:r>
          </a:p>
        </p:txBody>
      </p:sp>
      <p:sp>
        <p:nvSpPr>
          <p:cNvPr id="165" name="Shape 53">
            <a:extLst>
              <a:ext uri="{FF2B5EF4-FFF2-40B4-BE49-F238E27FC236}">
                <a16:creationId xmlns:a16="http://schemas.microsoft.com/office/drawing/2014/main" id="{16152365-CB7B-754D-98A0-EE229DA30C5E}"/>
              </a:ext>
            </a:extLst>
          </p:cNvPr>
          <p:cNvSpPr txBox="1"/>
          <p:nvPr/>
        </p:nvSpPr>
        <p:spPr>
          <a:xfrm>
            <a:off x="462279" y="2251145"/>
            <a:ext cx="2234188" cy="59264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133" dirty="0"/>
              <a:t>Training set</a:t>
            </a:r>
          </a:p>
        </p:txBody>
      </p:sp>
      <p:sp>
        <p:nvSpPr>
          <p:cNvPr id="166" name="Shape 53">
            <a:extLst>
              <a:ext uri="{FF2B5EF4-FFF2-40B4-BE49-F238E27FC236}">
                <a16:creationId xmlns:a16="http://schemas.microsoft.com/office/drawing/2014/main" id="{E62A0138-5BCE-884B-9190-51DC3CE1CE17}"/>
              </a:ext>
            </a:extLst>
          </p:cNvPr>
          <p:cNvSpPr txBox="1"/>
          <p:nvPr/>
        </p:nvSpPr>
        <p:spPr>
          <a:xfrm>
            <a:off x="1910505" y="1353788"/>
            <a:ext cx="2425276" cy="865152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133" dirty="0"/>
              <a:t>N subsets (with replacement)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C3F55A-6990-EA4B-8F21-C15903FB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86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70156" y="2322576"/>
            <a:ext cx="911013" cy="396240"/>
          </a:xfrm>
          <a:custGeom>
            <a:avLst/>
            <a:gdLst/>
            <a:ahLst/>
            <a:cxnLst/>
            <a:rect l="l" t="t" r="r" b="b"/>
            <a:pathLst>
              <a:path w="683260" h="297180">
                <a:moveTo>
                  <a:pt x="0" y="297179"/>
                </a:moveTo>
                <a:lnTo>
                  <a:pt x="682752" y="297179"/>
                </a:lnTo>
                <a:lnTo>
                  <a:pt x="682752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238753" y="1729232"/>
            <a:ext cx="1375833" cy="993987"/>
          </a:xfrm>
          <a:custGeom>
            <a:avLst/>
            <a:gdLst/>
            <a:ahLst/>
            <a:cxnLst/>
            <a:rect l="l" t="t" r="r" b="b"/>
            <a:pathLst>
              <a:path w="1031875" h="745489">
                <a:moveTo>
                  <a:pt x="1029403" y="445388"/>
                </a:moveTo>
                <a:lnTo>
                  <a:pt x="701928" y="445388"/>
                </a:lnTo>
                <a:lnTo>
                  <a:pt x="702037" y="507278"/>
                </a:lnTo>
                <a:lnTo>
                  <a:pt x="701397" y="556203"/>
                </a:lnTo>
                <a:lnTo>
                  <a:pt x="700277" y="598312"/>
                </a:lnTo>
                <a:lnTo>
                  <a:pt x="698946" y="639755"/>
                </a:lnTo>
                <a:lnTo>
                  <a:pt x="697672" y="686680"/>
                </a:lnTo>
                <a:lnTo>
                  <a:pt x="696722" y="745236"/>
                </a:lnTo>
                <a:lnTo>
                  <a:pt x="1027811" y="741807"/>
                </a:lnTo>
                <a:lnTo>
                  <a:pt x="1028379" y="639755"/>
                </a:lnTo>
                <a:lnTo>
                  <a:pt x="1029403" y="445388"/>
                </a:lnTo>
                <a:close/>
              </a:path>
              <a:path w="1031875" h="745489">
                <a:moveTo>
                  <a:pt x="1031748" y="0"/>
                </a:moveTo>
                <a:lnTo>
                  <a:pt x="0" y="0"/>
                </a:lnTo>
                <a:lnTo>
                  <a:pt x="0" y="445515"/>
                </a:lnTo>
                <a:lnTo>
                  <a:pt x="433910" y="446278"/>
                </a:lnTo>
                <a:lnTo>
                  <a:pt x="683751" y="445681"/>
                </a:lnTo>
                <a:lnTo>
                  <a:pt x="701928" y="445388"/>
                </a:lnTo>
                <a:lnTo>
                  <a:pt x="1029403" y="445388"/>
                </a:lnTo>
                <a:lnTo>
                  <a:pt x="1031748" y="0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241800" y="2673096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80" y="48005"/>
                </a:lnTo>
                <a:lnTo>
                  <a:pt x="1040891" y="48005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8191" y="48005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5"/>
                </a:lnTo>
                <a:lnTo>
                  <a:pt x="1084580" y="48005"/>
                </a:lnTo>
                <a:lnTo>
                  <a:pt x="1104391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93031" y="1604264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66"/>
                </a:lnTo>
                <a:lnTo>
                  <a:pt x="48006" y="84086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259072" y="2314447"/>
            <a:ext cx="911013" cy="5080"/>
          </a:xfrm>
          <a:custGeom>
            <a:avLst/>
            <a:gdLst/>
            <a:ahLst/>
            <a:cxnLst/>
            <a:rect l="l" t="t" r="r" b="b"/>
            <a:pathLst>
              <a:path w="683260" h="3810">
                <a:moveTo>
                  <a:pt x="0" y="0"/>
                </a:moveTo>
                <a:lnTo>
                  <a:pt x="682751" y="3301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181601" y="2342896"/>
            <a:ext cx="2540" cy="381000"/>
          </a:xfrm>
          <a:custGeom>
            <a:avLst/>
            <a:gdLst/>
            <a:ahLst/>
            <a:cxnLst/>
            <a:rect l="l" t="t" r="r" b="b"/>
            <a:pathLst>
              <a:path w="1904" h="285750">
                <a:moveTo>
                  <a:pt x="0" y="0"/>
                </a:moveTo>
                <a:lnTo>
                  <a:pt x="1397" y="28575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240784" y="3215549"/>
            <a:ext cx="822960" cy="786553"/>
          </a:xfrm>
          <a:custGeom>
            <a:avLst/>
            <a:gdLst/>
            <a:ahLst/>
            <a:cxnLst/>
            <a:rect l="l" t="t" r="r" b="b"/>
            <a:pathLst>
              <a:path w="617220" h="589914">
                <a:moveTo>
                  <a:pt x="236474" y="0"/>
                </a:moveTo>
                <a:lnTo>
                  <a:pt x="193446" y="1626"/>
                </a:lnTo>
                <a:lnTo>
                  <a:pt x="112572" y="6062"/>
                </a:lnTo>
                <a:lnTo>
                  <a:pt x="63144" y="7725"/>
                </a:lnTo>
                <a:lnTo>
                  <a:pt x="0" y="8254"/>
                </a:lnTo>
                <a:lnTo>
                  <a:pt x="0" y="589788"/>
                </a:lnTo>
                <a:lnTo>
                  <a:pt x="617220" y="589788"/>
                </a:lnTo>
                <a:lnTo>
                  <a:pt x="617220" y="138429"/>
                </a:lnTo>
                <a:lnTo>
                  <a:pt x="229997" y="138429"/>
                </a:lnTo>
                <a:lnTo>
                  <a:pt x="229905" y="88116"/>
                </a:lnTo>
                <a:lnTo>
                  <a:pt x="230598" y="60775"/>
                </a:lnTo>
                <a:lnTo>
                  <a:pt x="231811" y="49635"/>
                </a:lnTo>
                <a:lnTo>
                  <a:pt x="233283" y="47926"/>
                </a:lnTo>
                <a:lnTo>
                  <a:pt x="235109" y="47926"/>
                </a:lnTo>
                <a:lnTo>
                  <a:pt x="235944" y="45721"/>
                </a:lnTo>
                <a:lnTo>
                  <a:pt x="236607" y="31685"/>
                </a:lnTo>
                <a:lnTo>
                  <a:pt x="236474" y="0"/>
                </a:lnTo>
                <a:close/>
              </a:path>
              <a:path w="617220" h="589914">
                <a:moveTo>
                  <a:pt x="414464" y="136890"/>
                </a:moveTo>
                <a:lnTo>
                  <a:pt x="270575" y="137588"/>
                </a:lnTo>
                <a:lnTo>
                  <a:pt x="229997" y="138429"/>
                </a:lnTo>
                <a:lnTo>
                  <a:pt x="617220" y="138429"/>
                </a:lnTo>
                <a:lnTo>
                  <a:pt x="617220" y="137209"/>
                </a:lnTo>
                <a:lnTo>
                  <a:pt x="568640" y="137209"/>
                </a:lnTo>
                <a:lnTo>
                  <a:pt x="414464" y="136890"/>
                </a:lnTo>
                <a:close/>
              </a:path>
              <a:path w="617220" h="589914">
                <a:moveTo>
                  <a:pt x="617220" y="137159"/>
                </a:moveTo>
                <a:lnTo>
                  <a:pt x="568640" y="137209"/>
                </a:lnTo>
                <a:lnTo>
                  <a:pt x="617220" y="137209"/>
                </a:lnTo>
                <a:close/>
              </a:path>
              <a:path w="617220" h="589914">
                <a:moveTo>
                  <a:pt x="235109" y="47926"/>
                </a:moveTo>
                <a:lnTo>
                  <a:pt x="233283" y="47926"/>
                </a:lnTo>
                <a:lnTo>
                  <a:pt x="234748" y="48878"/>
                </a:lnTo>
                <a:lnTo>
                  <a:pt x="235109" y="47926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238752" y="2995169"/>
            <a:ext cx="1378373" cy="999913"/>
          </a:xfrm>
          <a:custGeom>
            <a:avLst/>
            <a:gdLst/>
            <a:ahLst/>
            <a:cxnLst/>
            <a:rect l="l" t="t" r="r" b="b"/>
            <a:pathLst>
              <a:path w="1033779" h="749935">
                <a:moveTo>
                  <a:pt x="1031630" y="290449"/>
                </a:moveTo>
                <a:lnTo>
                  <a:pt x="607060" y="290449"/>
                </a:lnTo>
                <a:lnTo>
                  <a:pt x="607575" y="338923"/>
                </a:lnTo>
                <a:lnTo>
                  <a:pt x="608228" y="389914"/>
                </a:lnTo>
                <a:lnTo>
                  <a:pt x="609673" y="496232"/>
                </a:lnTo>
                <a:lnTo>
                  <a:pt x="610326" y="549951"/>
                </a:lnTo>
                <a:lnTo>
                  <a:pt x="610841" y="602972"/>
                </a:lnTo>
                <a:lnTo>
                  <a:pt x="611150" y="654491"/>
                </a:lnTo>
                <a:lnTo>
                  <a:pt x="611182" y="703704"/>
                </a:lnTo>
                <a:lnTo>
                  <a:pt x="610870" y="749807"/>
                </a:lnTo>
                <a:lnTo>
                  <a:pt x="1029081" y="741680"/>
                </a:lnTo>
                <a:lnTo>
                  <a:pt x="1031630" y="290449"/>
                </a:lnTo>
                <a:close/>
              </a:path>
              <a:path w="1033779" h="749935">
                <a:moveTo>
                  <a:pt x="1032345" y="163980"/>
                </a:moveTo>
                <a:lnTo>
                  <a:pt x="151206" y="163980"/>
                </a:lnTo>
                <a:lnTo>
                  <a:pt x="200990" y="165527"/>
                </a:lnTo>
                <a:lnTo>
                  <a:pt x="236600" y="176530"/>
                </a:lnTo>
                <a:lnTo>
                  <a:pt x="251164" y="199963"/>
                </a:lnTo>
                <a:lnTo>
                  <a:pt x="250809" y="220741"/>
                </a:lnTo>
                <a:lnTo>
                  <a:pt x="245191" y="250307"/>
                </a:lnTo>
                <a:lnTo>
                  <a:pt x="243966" y="300100"/>
                </a:lnTo>
                <a:lnTo>
                  <a:pt x="607060" y="290449"/>
                </a:lnTo>
                <a:lnTo>
                  <a:pt x="1031630" y="290449"/>
                </a:lnTo>
                <a:lnTo>
                  <a:pt x="1032345" y="163980"/>
                </a:lnTo>
                <a:close/>
              </a:path>
              <a:path w="1033779" h="749935">
                <a:moveTo>
                  <a:pt x="1033272" y="0"/>
                </a:moveTo>
                <a:lnTo>
                  <a:pt x="0" y="0"/>
                </a:lnTo>
                <a:lnTo>
                  <a:pt x="11303" y="153035"/>
                </a:lnTo>
                <a:lnTo>
                  <a:pt x="46913" y="164037"/>
                </a:lnTo>
                <a:lnTo>
                  <a:pt x="96697" y="165584"/>
                </a:lnTo>
                <a:lnTo>
                  <a:pt x="151206" y="163980"/>
                </a:lnTo>
                <a:lnTo>
                  <a:pt x="1032345" y="163980"/>
                </a:lnTo>
                <a:lnTo>
                  <a:pt x="1033272" y="0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243831" y="3943096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80" y="48005"/>
                </a:lnTo>
                <a:lnTo>
                  <a:pt x="1040891" y="48005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8191" y="48005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5"/>
                </a:lnTo>
                <a:lnTo>
                  <a:pt x="1084580" y="48005"/>
                </a:lnTo>
                <a:lnTo>
                  <a:pt x="1104391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195064" y="2876297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66"/>
                </a:lnTo>
                <a:lnTo>
                  <a:pt x="48006" y="84086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271265" y="3226815"/>
            <a:ext cx="286172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249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555744" y="3222753"/>
            <a:ext cx="0" cy="173567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921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4555744" y="3395473"/>
            <a:ext cx="501227" cy="2540"/>
          </a:xfrm>
          <a:custGeom>
            <a:avLst/>
            <a:gdLst/>
            <a:ahLst/>
            <a:cxnLst/>
            <a:rect l="l" t="t" r="r" b="b"/>
            <a:pathLst>
              <a:path w="375920" h="1905">
                <a:moveTo>
                  <a:pt x="0" y="1396"/>
                </a:moveTo>
                <a:lnTo>
                  <a:pt x="375412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053584" y="3407665"/>
            <a:ext cx="0" cy="556260"/>
          </a:xfrm>
          <a:custGeom>
            <a:avLst/>
            <a:gdLst/>
            <a:ahLst/>
            <a:cxnLst/>
            <a:rect l="l" t="t" r="r" b="b"/>
            <a:pathLst>
              <a:path h="417194">
                <a:moveTo>
                  <a:pt x="0" y="41719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4255008" y="4214368"/>
            <a:ext cx="552873" cy="1016000"/>
          </a:xfrm>
          <a:custGeom>
            <a:avLst/>
            <a:gdLst/>
            <a:ahLst/>
            <a:cxnLst/>
            <a:rect l="l" t="t" r="r" b="b"/>
            <a:pathLst>
              <a:path w="414654" h="762000">
                <a:moveTo>
                  <a:pt x="0" y="762000"/>
                </a:moveTo>
                <a:lnTo>
                  <a:pt x="414528" y="762000"/>
                </a:lnTo>
                <a:lnTo>
                  <a:pt x="414528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5273040" y="4212335"/>
            <a:ext cx="329353" cy="1002453"/>
          </a:xfrm>
          <a:custGeom>
            <a:avLst/>
            <a:gdLst/>
            <a:ahLst/>
            <a:cxnLst/>
            <a:rect l="l" t="t" r="r" b="b"/>
            <a:pathLst>
              <a:path w="247014" h="751839">
                <a:moveTo>
                  <a:pt x="0" y="751332"/>
                </a:moveTo>
                <a:lnTo>
                  <a:pt x="246887" y="751332"/>
                </a:lnTo>
                <a:lnTo>
                  <a:pt x="246887" y="0"/>
                </a:lnTo>
                <a:lnTo>
                  <a:pt x="0" y="0"/>
                </a:lnTo>
                <a:lnTo>
                  <a:pt x="0" y="751332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797552" y="4214369"/>
            <a:ext cx="475827" cy="1020233"/>
          </a:xfrm>
          <a:custGeom>
            <a:avLst/>
            <a:gdLst/>
            <a:ahLst/>
            <a:cxnLst/>
            <a:rect l="l" t="t" r="r" b="b"/>
            <a:pathLst>
              <a:path w="356870" h="765175">
                <a:moveTo>
                  <a:pt x="0" y="765048"/>
                </a:moveTo>
                <a:lnTo>
                  <a:pt x="356615" y="765048"/>
                </a:lnTo>
                <a:lnTo>
                  <a:pt x="356615" y="0"/>
                </a:lnTo>
                <a:lnTo>
                  <a:pt x="0" y="0"/>
                </a:lnTo>
                <a:lnTo>
                  <a:pt x="0" y="765048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241800" y="5180584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200"/>
                </a:lnTo>
                <a:lnTo>
                  <a:pt x="1084579" y="48006"/>
                </a:lnTo>
                <a:lnTo>
                  <a:pt x="1040891" y="48006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8191" y="48006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6"/>
                </a:lnTo>
                <a:lnTo>
                  <a:pt x="1084579" y="48006"/>
                </a:lnTo>
                <a:lnTo>
                  <a:pt x="1104391" y="38100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193031" y="4111753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500"/>
                </a:moveTo>
                <a:lnTo>
                  <a:pt x="28193" y="63500"/>
                </a:lnTo>
                <a:lnTo>
                  <a:pt x="28193" y="840816"/>
                </a:lnTo>
                <a:lnTo>
                  <a:pt x="48006" y="840816"/>
                </a:lnTo>
                <a:lnTo>
                  <a:pt x="48006" y="63500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809744" y="4206239"/>
            <a:ext cx="0" cy="1023620"/>
          </a:xfrm>
          <a:custGeom>
            <a:avLst/>
            <a:gdLst/>
            <a:ahLst/>
            <a:cxnLst/>
            <a:rect l="l" t="t" r="r" b="b"/>
            <a:pathLst>
              <a:path h="767714">
                <a:moveTo>
                  <a:pt x="0" y="76732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273039" y="4206239"/>
            <a:ext cx="0" cy="1013460"/>
          </a:xfrm>
          <a:custGeom>
            <a:avLst/>
            <a:gdLst/>
            <a:ahLst/>
            <a:cxnLst/>
            <a:rect l="l" t="t" r="r" b="b"/>
            <a:pathLst>
              <a:path h="760095">
                <a:moveTo>
                  <a:pt x="0" y="759929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252976" y="5902961"/>
            <a:ext cx="1351280" cy="571500"/>
          </a:xfrm>
          <a:custGeom>
            <a:avLst/>
            <a:gdLst/>
            <a:ahLst/>
            <a:cxnLst/>
            <a:rect l="l" t="t" r="r" b="b"/>
            <a:pathLst>
              <a:path w="1013460" h="428625">
                <a:moveTo>
                  <a:pt x="0" y="428243"/>
                </a:moveTo>
                <a:lnTo>
                  <a:pt x="1013459" y="428243"/>
                </a:lnTo>
                <a:lnTo>
                  <a:pt x="1013459" y="0"/>
                </a:lnTo>
                <a:lnTo>
                  <a:pt x="0" y="0"/>
                </a:lnTo>
                <a:lnTo>
                  <a:pt x="0" y="428243"/>
                </a:lnTo>
                <a:close/>
              </a:path>
            </a:pathLst>
          </a:custGeom>
          <a:solidFill>
            <a:srgbClr val="00AF5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4252976" y="5472176"/>
            <a:ext cx="1351280" cy="445347"/>
          </a:xfrm>
          <a:custGeom>
            <a:avLst/>
            <a:gdLst/>
            <a:ahLst/>
            <a:cxnLst/>
            <a:rect l="l" t="t" r="r" b="b"/>
            <a:pathLst>
              <a:path w="1013460" h="334010">
                <a:moveTo>
                  <a:pt x="0" y="333756"/>
                </a:moveTo>
                <a:lnTo>
                  <a:pt x="1013459" y="333756"/>
                </a:lnTo>
                <a:lnTo>
                  <a:pt x="1013459" y="0"/>
                </a:lnTo>
                <a:lnTo>
                  <a:pt x="0" y="0"/>
                </a:lnTo>
                <a:lnTo>
                  <a:pt x="0" y="333756"/>
                </a:lnTo>
                <a:close/>
              </a:path>
            </a:pathLst>
          </a:custGeom>
          <a:solidFill>
            <a:srgbClr val="FFAB40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4241800" y="6436360"/>
            <a:ext cx="1473200" cy="101600"/>
          </a:xfrm>
          <a:custGeom>
            <a:avLst/>
            <a:gdLst/>
            <a:ahLst/>
            <a:cxnLst/>
            <a:rect l="l" t="t" r="r" b="b"/>
            <a:pathLst>
              <a:path w="1104900" h="76200">
                <a:moveTo>
                  <a:pt x="1028191" y="0"/>
                </a:moveTo>
                <a:lnTo>
                  <a:pt x="1028191" y="76199"/>
                </a:lnTo>
                <a:lnTo>
                  <a:pt x="1084579" y="48005"/>
                </a:lnTo>
                <a:lnTo>
                  <a:pt x="1040891" y="48005"/>
                </a:lnTo>
                <a:lnTo>
                  <a:pt x="1040891" y="28193"/>
                </a:lnTo>
                <a:lnTo>
                  <a:pt x="1084579" y="28193"/>
                </a:lnTo>
                <a:lnTo>
                  <a:pt x="1028191" y="0"/>
                </a:lnTo>
                <a:close/>
              </a:path>
              <a:path w="1104900" h="76200">
                <a:moveTo>
                  <a:pt x="102819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8191" y="48005"/>
                </a:lnTo>
                <a:lnTo>
                  <a:pt x="1028191" y="28193"/>
                </a:lnTo>
                <a:close/>
              </a:path>
              <a:path w="1104900" h="76200">
                <a:moveTo>
                  <a:pt x="1084579" y="28193"/>
                </a:moveTo>
                <a:lnTo>
                  <a:pt x="1040891" y="28193"/>
                </a:lnTo>
                <a:lnTo>
                  <a:pt x="1040891" y="48005"/>
                </a:lnTo>
                <a:lnTo>
                  <a:pt x="1084579" y="48005"/>
                </a:lnTo>
                <a:lnTo>
                  <a:pt x="1104391" y="38099"/>
                </a:lnTo>
                <a:lnTo>
                  <a:pt x="108457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4193031" y="5367529"/>
            <a:ext cx="101600" cy="1121833"/>
          </a:xfrm>
          <a:custGeom>
            <a:avLst/>
            <a:gdLst/>
            <a:ahLst/>
            <a:cxnLst/>
            <a:rect l="l" t="t" r="r" b="b"/>
            <a:pathLst>
              <a:path w="76200" h="841375">
                <a:moveTo>
                  <a:pt x="48006" y="63499"/>
                </a:moveTo>
                <a:lnTo>
                  <a:pt x="28193" y="63499"/>
                </a:lnTo>
                <a:lnTo>
                  <a:pt x="28193" y="840816"/>
                </a:lnTo>
                <a:lnTo>
                  <a:pt x="48006" y="840816"/>
                </a:lnTo>
                <a:lnTo>
                  <a:pt x="48006" y="63499"/>
                </a:lnTo>
                <a:close/>
              </a:path>
              <a:path w="76200" h="841375">
                <a:moveTo>
                  <a:pt x="38100" y="0"/>
                </a:moveTo>
                <a:lnTo>
                  <a:pt x="0" y="76199"/>
                </a:lnTo>
                <a:lnTo>
                  <a:pt x="28193" y="76199"/>
                </a:lnTo>
                <a:lnTo>
                  <a:pt x="28193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841375">
                <a:moveTo>
                  <a:pt x="69850" y="63499"/>
                </a:moveTo>
                <a:lnTo>
                  <a:pt x="48006" y="63499"/>
                </a:lnTo>
                <a:lnTo>
                  <a:pt x="48006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4240785" y="5900928"/>
            <a:ext cx="1363980" cy="0"/>
          </a:xfrm>
          <a:custGeom>
            <a:avLst/>
            <a:gdLst/>
            <a:ahLst/>
            <a:cxnLst/>
            <a:rect l="l" t="t" r="r" b="b"/>
            <a:pathLst>
              <a:path w="1022985">
                <a:moveTo>
                  <a:pt x="1022731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4802461" y="2257722"/>
            <a:ext cx="213699" cy="2130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4796197" y="3568869"/>
            <a:ext cx="214036" cy="214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4790271" y="4771304"/>
            <a:ext cx="213699" cy="2130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4793656" y="6100927"/>
            <a:ext cx="213021" cy="2136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2852419" y="2191512"/>
            <a:ext cx="1235287" cy="1716193"/>
          </a:xfrm>
          <a:custGeom>
            <a:avLst/>
            <a:gdLst/>
            <a:ahLst/>
            <a:cxnLst/>
            <a:rect l="l" t="t" r="r" b="b"/>
            <a:pathLst>
              <a:path w="926464" h="1287145">
                <a:moveTo>
                  <a:pt x="863928" y="62210"/>
                </a:moveTo>
                <a:lnTo>
                  <a:pt x="0" y="1269999"/>
                </a:lnTo>
                <a:lnTo>
                  <a:pt x="23622" y="1286890"/>
                </a:lnTo>
                <a:lnTo>
                  <a:pt x="887458" y="79054"/>
                </a:lnTo>
                <a:lnTo>
                  <a:pt x="863928" y="62210"/>
                </a:lnTo>
                <a:close/>
              </a:path>
              <a:path w="926464" h="1287145">
                <a:moveTo>
                  <a:pt x="918197" y="50418"/>
                </a:moveTo>
                <a:lnTo>
                  <a:pt x="872363" y="50418"/>
                </a:lnTo>
                <a:lnTo>
                  <a:pt x="895858" y="67310"/>
                </a:lnTo>
                <a:lnTo>
                  <a:pt x="887458" y="79054"/>
                </a:lnTo>
                <a:lnTo>
                  <a:pt x="910971" y="95885"/>
                </a:lnTo>
                <a:lnTo>
                  <a:pt x="918197" y="50418"/>
                </a:lnTo>
                <a:close/>
              </a:path>
              <a:path w="926464" h="1287145">
                <a:moveTo>
                  <a:pt x="872363" y="50418"/>
                </a:moveTo>
                <a:lnTo>
                  <a:pt x="863928" y="62210"/>
                </a:lnTo>
                <a:lnTo>
                  <a:pt x="887458" y="79054"/>
                </a:lnTo>
                <a:lnTo>
                  <a:pt x="895858" y="67310"/>
                </a:lnTo>
                <a:lnTo>
                  <a:pt x="872363" y="50418"/>
                </a:lnTo>
                <a:close/>
              </a:path>
              <a:path w="926464" h="1287145">
                <a:moveTo>
                  <a:pt x="926211" y="0"/>
                </a:moveTo>
                <a:lnTo>
                  <a:pt x="840359" y="45338"/>
                </a:lnTo>
                <a:lnTo>
                  <a:pt x="863928" y="62210"/>
                </a:lnTo>
                <a:lnTo>
                  <a:pt x="872363" y="50418"/>
                </a:lnTo>
                <a:lnTo>
                  <a:pt x="918197" y="50418"/>
                </a:lnTo>
                <a:lnTo>
                  <a:pt x="92621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859364" y="3274568"/>
            <a:ext cx="1228513" cy="638387"/>
          </a:xfrm>
          <a:custGeom>
            <a:avLst/>
            <a:gdLst/>
            <a:ahLst/>
            <a:cxnLst/>
            <a:rect l="l" t="t" r="r" b="b"/>
            <a:pathLst>
              <a:path w="921385" h="478789">
                <a:moveTo>
                  <a:pt x="836994" y="26503"/>
                </a:moveTo>
                <a:lnTo>
                  <a:pt x="0" y="452755"/>
                </a:lnTo>
                <a:lnTo>
                  <a:pt x="13207" y="478536"/>
                </a:lnTo>
                <a:lnTo>
                  <a:pt x="850168" y="52301"/>
                </a:lnTo>
                <a:lnTo>
                  <a:pt x="836994" y="26503"/>
                </a:lnTo>
                <a:close/>
              </a:path>
              <a:path w="921385" h="478789">
                <a:moveTo>
                  <a:pt x="906284" y="19938"/>
                </a:moveTo>
                <a:lnTo>
                  <a:pt x="849883" y="19938"/>
                </a:lnTo>
                <a:lnTo>
                  <a:pt x="863091" y="45719"/>
                </a:lnTo>
                <a:lnTo>
                  <a:pt x="850168" y="52301"/>
                </a:lnTo>
                <a:lnTo>
                  <a:pt x="863345" y="78105"/>
                </a:lnTo>
                <a:lnTo>
                  <a:pt x="906284" y="19938"/>
                </a:lnTo>
                <a:close/>
              </a:path>
              <a:path w="921385" h="478789">
                <a:moveTo>
                  <a:pt x="849883" y="19938"/>
                </a:moveTo>
                <a:lnTo>
                  <a:pt x="836994" y="26503"/>
                </a:lnTo>
                <a:lnTo>
                  <a:pt x="850168" y="52301"/>
                </a:lnTo>
                <a:lnTo>
                  <a:pt x="863091" y="45719"/>
                </a:lnTo>
                <a:lnTo>
                  <a:pt x="849883" y="19938"/>
                </a:lnTo>
                <a:close/>
              </a:path>
              <a:path w="921385" h="478789">
                <a:moveTo>
                  <a:pt x="921003" y="0"/>
                </a:moveTo>
                <a:lnTo>
                  <a:pt x="823848" y="762"/>
                </a:lnTo>
                <a:lnTo>
                  <a:pt x="836994" y="26503"/>
                </a:lnTo>
                <a:lnTo>
                  <a:pt x="849883" y="19938"/>
                </a:lnTo>
                <a:lnTo>
                  <a:pt x="906284" y="19938"/>
                </a:lnTo>
                <a:lnTo>
                  <a:pt x="921003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857331" y="3880443"/>
            <a:ext cx="1230207" cy="849207"/>
          </a:xfrm>
          <a:custGeom>
            <a:avLst/>
            <a:gdLst/>
            <a:ahLst/>
            <a:cxnLst/>
            <a:rect l="l" t="t" r="r" b="b"/>
            <a:pathLst>
              <a:path w="922655" h="636904">
                <a:moveTo>
                  <a:pt x="842610" y="599640"/>
                </a:moveTo>
                <a:lnTo>
                  <a:pt x="826262" y="623570"/>
                </a:lnTo>
                <a:lnTo>
                  <a:pt x="922527" y="636778"/>
                </a:lnTo>
                <a:lnTo>
                  <a:pt x="906426" y="607822"/>
                </a:lnTo>
                <a:lnTo>
                  <a:pt x="854582" y="607822"/>
                </a:lnTo>
                <a:lnTo>
                  <a:pt x="842610" y="599640"/>
                </a:lnTo>
                <a:close/>
              </a:path>
              <a:path w="922655" h="636904">
                <a:moveTo>
                  <a:pt x="858943" y="575732"/>
                </a:moveTo>
                <a:lnTo>
                  <a:pt x="842610" y="599640"/>
                </a:lnTo>
                <a:lnTo>
                  <a:pt x="854582" y="607822"/>
                </a:lnTo>
                <a:lnTo>
                  <a:pt x="870965" y="583945"/>
                </a:lnTo>
                <a:lnTo>
                  <a:pt x="858943" y="575732"/>
                </a:lnTo>
                <a:close/>
              </a:path>
              <a:path w="922655" h="636904">
                <a:moveTo>
                  <a:pt x="875283" y="551815"/>
                </a:moveTo>
                <a:lnTo>
                  <a:pt x="858943" y="575732"/>
                </a:lnTo>
                <a:lnTo>
                  <a:pt x="870965" y="583945"/>
                </a:lnTo>
                <a:lnTo>
                  <a:pt x="854582" y="607822"/>
                </a:lnTo>
                <a:lnTo>
                  <a:pt x="906426" y="607822"/>
                </a:lnTo>
                <a:lnTo>
                  <a:pt x="875283" y="551815"/>
                </a:lnTo>
                <a:close/>
              </a:path>
              <a:path w="922655" h="636904">
                <a:moveTo>
                  <a:pt x="16256" y="0"/>
                </a:moveTo>
                <a:lnTo>
                  <a:pt x="0" y="23875"/>
                </a:lnTo>
                <a:lnTo>
                  <a:pt x="842610" y="599640"/>
                </a:lnTo>
                <a:lnTo>
                  <a:pt x="858943" y="575732"/>
                </a:lnTo>
                <a:lnTo>
                  <a:pt x="16256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2851572" y="3886707"/>
            <a:ext cx="1236133" cy="2098887"/>
          </a:xfrm>
          <a:custGeom>
            <a:avLst/>
            <a:gdLst/>
            <a:ahLst/>
            <a:cxnLst/>
            <a:rect l="l" t="t" r="r" b="b"/>
            <a:pathLst>
              <a:path w="927100" h="1574164">
                <a:moveTo>
                  <a:pt x="870525" y="1505857"/>
                </a:moveTo>
                <a:lnTo>
                  <a:pt x="845565" y="1520444"/>
                </a:lnTo>
                <a:lnTo>
                  <a:pt x="926845" y="1573568"/>
                </a:lnTo>
                <a:lnTo>
                  <a:pt x="923228" y="1518361"/>
                </a:lnTo>
                <a:lnTo>
                  <a:pt x="877824" y="1518361"/>
                </a:lnTo>
                <a:lnTo>
                  <a:pt x="870525" y="1505857"/>
                </a:lnTo>
                <a:close/>
              </a:path>
              <a:path w="927100" h="1574164">
                <a:moveTo>
                  <a:pt x="895536" y="1491241"/>
                </a:moveTo>
                <a:lnTo>
                  <a:pt x="870525" y="1505857"/>
                </a:lnTo>
                <a:lnTo>
                  <a:pt x="877824" y="1518361"/>
                </a:lnTo>
                <a:lnTo>
                  <a:pt x="902843" y="1503756"/>
                </a:lnTo>
                <a:lnTo>
                  <a:pt x="895536" y="1491241"/>
                </a:lnTo>
                <a:close/>
              </a:path>
              <a:path w="927100" h="1574164">
                <a:moveTo>
                  <a:pt x="920495" y="1476654"/>
                </a:moveTo>
                <a:lnTo>
                  <a:pt x="895536" y="1491241"/>
                </a:lnTo>
                <a:lnTo>
                  <a:pt x="902843" y="1503756"/>
                </a:lnTo>
                <a:lnTo>
                  <a:pt x="877824" y="1518361"/>
                </a:lnTo>
                <a:lnTo>
                  <a:pt x="923228" y="1518361"/>
                </a:lnTo>
                <a:lnTo>
                  <a:pt x="920495" y="1476654"/>
                </a:lnTo>
                <a:close/>
              </a:path>
              <a:path w="927100" h="1574164">
                <a:moveTo>
                  <a:pt x="24892" y="0"/>
                </a:moveTo>
                <a:lnTo>
                  <a:pt x="0" y="14477"/>
                </a:lnTo>
                <a:lnTo>
                  <a:pt x="870525" y="1505857"/>
                </a:lnTo>
                <a:lnTo>
                  <a:pt x="895536" y="1491241"/>
                </a:lnTo>
                <a:lnTo>
                  <a:pt x="24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5748528" y="1790193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4">
                <a:moveTo>
                  <a:pt x="349757" y="0"/>
                </a:moveTo>
                <a:lnTo>
                  <a:pt x="349757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7"/>
                </a:lnTo>
                <a:lnTo>
                  <a:pt x="621791" y="272033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5748528" y="3043936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4">
                <a:moveTo>
                  <a:pt x="349757" y="0"/>
                </a:moveTo>
                <a:lnTo>
                  <a:pt x="349757" y="136017"/>
                </a:lnTo>
                <a:lnTo>
                  <a:pt x="0" y="136017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8"/>
                </a:lnTo>
                <a:lnTo>
                  <a:pt x="621791" y="272034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5748528" y="4291585"/>
            <a:ext cx="829733" cy="723900"/>
          </a:xfrm>
          <a:custGeom>
            <a:avLst/>
            <a:gdLst/>
            <a:ahLst/>
            <a:cxnLst/>
            <a:rect l="l" t="t" r="r" b="b"/>
            <a:pathLst>
              <a:path w="622300" h="542925">
                <a:moveTo>
                  <a:pt x="350519" y="0"/>
                </a:moveTo>
                <a:lnTo>
                  <a:pt x="350519" y="135636"/>
                </a:lnTo>
                <a:lnTo>
                  <a:pt x="0" y="135636"/>
                </a:lnTo>
                <a:lnTo>
                  <a:pt x="0" y="406908"/>
                </a:lnTo>
                <a:lnTo>
                  <a:pt x="350519" y="406908"/>
                </a:lnTo>
                <a:lnTo>
                  <a:pt x="350519" y="542544"/>
                </a:lnTo>
                <a:lnTo>
                  <a:pt x="621791" y="271272"/>
                </a:lnTo>
                <a:lnTo>
                  <a:pt x="350519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5748528" y="5545329"/>
            <a:ext cx="829733" cy="725593"/>
          </a:xfrm>
          <a:custGeom>
            <a:avLst/>
            <a:gdLst/>
            <a:ahLst/>
            <a:cxnLst/>
            <a:rect l="l" t="t" r="r" b="b"/>
            <a:pathLst>
              <a:path w="622300" h="544195">
                <a:moveTo>
                  <a:pt x="349757" y="0"/>
                </a:moveTo>
                <a:lnTo>
                  <a:pt x="349757" y="136016"/>
                </a:lnTo>
                <a:lnTo>
                  <a:pt x="0" y="136016"/>
                </a:lnTo>
                <a:lnTo>
                  <a:pt x="0" y="408050"/>
                </a:lnTo>
                <a:lnTo>
                  <a:pt x="349757" y="408050"/>
                </a:lnTo>
                <a:lnTo>
                  <a:pt x="349757" y="544067"/>
                </a:lnTo>
                <a:lnTo>
                  <a:pt x="621791" y="272033"/>
                </a:lnTo>
                <a:lnTo>
                  <a:pt x="349757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6750304" y="1828800"/>
            <a:ext cx="564896" cy="56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6750304" y="3113023"/>
            <a:ext cx="564896" cy="56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6750304" y="5610352"/>
            <a:ext cx="564896" cy="56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6750305" y="4311903"/>
            <a:ext cx="650239" cy="6502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8408365" y="3610850"/>
            <a:ext cx="1220315" cy="83415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8658352" y="3850657"/>
            <a:ext cx="722376" cy="3891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8412479" y="3608831"/>
            <a:ext cx="1144692" cy="764540"/>
          </a:xfrm>
          <a:custGeom>
            <a:avLst/>
            <a:gdLst/>
            <a:ahLst/>
            <a:cxnLst/>
            <a:rect l="l" t="t" r="r" b="b"/>
            <a:pathLst>
              <a:path w="858520" h="573404">
                <a:moveTo>
                  <a:pt x="429006" y="0"/>
                </a:moveTo>
                <a:lnTo>
                  <a:pt x="0" y="286512"/>
                </a:lnTo>
                <a:lnTo>
                  <a:pt x="429006" y="573024"/>
                </a:lnTo>
                <a:lnTo>
                  <a:pt x="858012" y="286512"/>
                </a:lnTo>
                <a:lnTo>
                  <a:pt x="42900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8412479" y="3608831"/>
            <a:ext cx="1144692" cy="764540"/>
          </a:xfrm>
          <a:custGeom>
            <a:avLst/>
            <a:gdLst/>
            <a:ahLst/>
            <a:cxnLst/>
            <a:rect l="l" t="t" r="r" b="b"/>
            <a:pathLst>
              <a:path w="858520" h="573404">
                <a:moveTo>
                  <a:pt x="0" y="286512"/>
                </a:moveTo>
                <a:lnTo>
                  <a:pt x="429006" y="0"/>
                </a:lnTo>
                <a:lnTo>
                  <a:pt x="858012" y="286512"/>
                </a:lnTo>
                <a:lnTo>
                  <a:pt x="429006" y="573024"/>
                </a:lnTo>
                <a:lnTo>
                  <a:pt x="0" y="28651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8751824" y="3869773"/>
            <a:ext cx="547624" cy="2214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9546427" y="3945037"/>
            <a:ext cx="592667" cy="115993"/>
          </a:xfrm>
          <a:custGeom>
            <a:avLst/>
            <a:gdLst/>
            <a:ahLst/>
            <a:cxnLst/>
            <a:rect l="l" t="t" r="r" b="b"/>
            <a:pathLst>
              <a:path w="444500" h="86994">
                <a:moveTo>
                  <a:pt x="357505" y="0"/>
                </a:moveTo>
                <a:lnTo>
                  <a:pt x="357505" y="86868"/>
                </a:lnTo>
                <a:lnTo>
                  <a:pt x="415417" y="57912"/>
                </a:lnTo>
                <a:lnTo>
                  <a:pt x="371983" y="57912"/>
                </a:lnTo>
                <a:lnTo>
                  <a:pt x="371983" y="28956"/>
                </a:lnTo>
                <a:lnTo>
                  <a:pt x="415417" y="28956"/>
                </a:lnTo>
                <a:lnTo>
                  <a:pt x="357505" y="0"/>
                </a:lnTo>
                <a:close/>
              </a:path>
              <a:path w="444500" h="86994">
                <a:moveTo>
                  <a:pt x="357505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357505" y="57912"/>
                </a:lnTo>
                <a:lnTo>
                  <a:pt x="357505" y="28956"/>
                </a:lnTo>
                <a:close/>
              </a:path>
              <a:path w="444500" h="86994">
                <a:moveTo>
                  <a:pt x="415417" y="28956"/>
                </a:moveTo>
                <a:lnTo>
                  <a:pt x="371983" y="28956"/>
                </a:lnTo>
                <a:lnTo>
                  <a:pt x="371983" y="57912"/>
                </a:lnTo>
                <a:lnTo>
                  <a:pt x="415417" y="57912"/>
                </a:lnTo>
                <a:lnTo>
                  <a:pt x="444373" y="43434"/>
                </a:lnTo>
                <a:lnTo>
                  <a:pt x="415417" y="2895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0196575" y="3407665"/>
            <a:ext cx="1099311" cy="11013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7299620" y="2102443"/>
            <a:ext cx="1115059" cy="1890607"/>
          </a:xfrm>
          <a:custGeom>
            <a:avLst/>
            <a:gdLst/>
            <a:ahLst/>
            <a:cxnLst/>
            <a:rect l="l" t="t" r="r" b="b"/>
            <a:pathLst>
              <a:path w="836295" h="1417955">
                <a:moveTo>
                  <a:pt x="779747" y="1349750"/>
                </a:moveTo>
                <a:lnTo>
                  <a:pt x="754761" y="1364360"/>
                </a:lnTo>
                <a:lnTo>
                  <a:pt x="836041" y="1417446"/>
                </a:lnTo>
                <a:lnTo>
                  <a:pt x="832420" y="1362201"/>
                </a:lnTo>
                <a:lnTo>
                  <a:pt x="787019" y="1362201"/>
                </a:lnTo>
                <a:lnTo>
                  <a:pt x="779747" y="1349750"/>
                </a:lnTo>
                <a:close/>
              </a:path>
              <a:path w="836295" h="1417955">
                <a:moveTo>
                  <a:pt x="804754" y="1335127"/>
                </a:moveTo>
                <a:lnTo>
                  <a:pt x="779747" y="1349750"/>
                </a:lnTo>
                <a:lnTo>
                  <a:pt x="787019" y="1362201"/>
                </a:lnTo>
                <a:lnTo>
                  <a:pt x="812038" y="1347596"/>
                </a:lnTo>
                <a:lnTo>
                  <a:pt x="804754" y="1335127"/>
                </a:lnTo>
                <a:close/>
              </a:path>
              <a:path w="836295" h="1417955">
                <a:moveTo>
                  <a:pt x="829691" y="1320545"/>
                </a:moveTo>
                <a:lnTo>
                  <a:pt x="804754" y="1335127"/>
                </a:lnTo>
                <a:lnTo>
                  <a:pt x="812038" y="1347596"/>
                </a:lnTo>
                <a:lnTo>
                  <a:pt x="787019" y="1362201"/>
                </a:lnTo>
                <a:lnTo>
                  <a:pt x="832420" y="1362201"/>
                </a:lnTo>
                <a:lnTo>
                  <a:pt x="829691" y="1320545"/>
                </a:lnTo>
                <a:close/>
              </a:path>
              <a:path w="836295" h="1417955">
                <a:moveTo>
                  <a:pt x="24892" y="0"/>
                </a:moveTo>
                <a:lnTo>
                  <a:pt x="0" y="14604"/>
                </a:lnTo>
                <a:lnTo>
                  <a:pt x="779747" y="1349750"/>
                </a:lnTo>
                <a:lnTo>
                  <a:pt x="804754" y="1335127"/>
                </a:lnTo>
                <a:lnTo>
                  <a:pt x="24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7307071" y="3379555"/>
            <a:ext cx="1107440" cy="612140"/>
          </a:xfrm>
          <a:custGeom>
            <a:avLst/>
            <a:gdLst/>
            <a:ahLst/>
            <a:cxnLst/>
            <a:rect l="l" t="t" r="r" b="b"/>
            <a:pathLst>
              <a:path w="830579" h="459105">
                <a:moveTo>
                  <a:pt x="747148" y="430256"/>
                </a:moveTo>
                <a:lnTo>
                  <a:pt x="733425" y="455675"/>
                </a:lnTo>
                <a:lnTo>
                  <a:pt x="830453" y="458850"/>
                </a:lnTo>
                <a:lnTo>
                  <a:pt x="815247" y="437133"/>
                </a:lnTo>
                <a:lnTo>
                  <a:pt x="759841" y="437133"/>
                </a:lnTo>
                <a:lnTo>
                  <a:pt x="747148" y="430256"/>
                </a:lnTo>
                <a:close/>
              </a:path>
              <a:path w="830579" h="459105">
                <a:moveTo>
                  <a:pt x="760942" y="404705"/>
                </a:moveTo>
                <a:lnTo>
                  <a:pt x="747148" y="430256"/>
                </a:lnTo>
                <a:lnTo>
                  <a:pt x="759841" y="437133"/>
                </a:lnTo>
                <a:lnTo>
                  <a:pt x="773684" y="411606"/>
                </a:lnTo>
                <a:lnTo>
                  <a:pt x="760942" y="404705"/>
                </a:lnTo>
                <a:close/>
              </a:path>
              <a:path w="830579" h="459105">
                <a:moveTo>
                  <a:pt x="774700" y="379221"/>
                </a:moveTo>
                <a:lnTo>
                  <a:pt x="760942" y="404705"/>
                </a:lnTo>
                <a:lnTo>
                  <a:pt x="773684" y="411606"/>
                </a:lnTo>
                <a:lnTo>
                  <a:pt x="759841" y="437133"/>
                </a:lnTo>
                <a:lnTo>
                  <a:pt x="815247" y="437133"/>
                </a:lnTo>
                <a:lnTo>
                  <a:pt x="774700" y="379221"/>
                </a:lnTo>
                <a:close/>
              </a:path>
              <a:path w="830579" h="459105">
                <a:moveTo>
                  <a:pt x="13716" y="0"/>
                </a:moveTo>
                <a:lnTo>
                  <a:pt x="0" y="25400"/>
                </a:lnTo>
                <a:lnTo>
                  <a:pt x="747148" y="430256"/>
                </a:lnTo>
                <a:lnTo>
                  <a:pt x="760942" y="404705"/>
                </a:lnTo>
                <a:lnTo>
                  <a:pt x="13716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7391230" y="3991865"/>
            <a:ext cx="1023620" cy="662940"/>
          </a:xfrm>
          <a:custGeom>
            <a:avLst/>
            <a:gdLst/>
            <a:ahLst/>
            <a:cxnLst/>
            <a:rect l="l" t="t" r="r" b="b"/>
            <a:pathLst>
              <a:path w="767714" h="497204">
                <a:moveTo>
                  <a:pt x="686108" y="34496"/>
                </a:moveTo>
                <a:lnTo>
                  <a:pt x="0" y="472313"/>
                </a:lnTo>
                <a:lnTo>
                  <a:pt x="15493" y="496696"/>
                </a:lnTo>
                <a:lnTo>
                  <a:pt x="701719" y="58930"/>
                </a:lnTo>
                <a:lnTo>
                  <a:pt x="686108" y="34496"/>
                </a:lnTo>
                <a:close/>
              </a:path>
              <a:path w="767714" h="497204">
                <a:moveTo>
                  <a:pt x="751229" y="26669"/>
                </a:moveTo>
                <a:lnTo>
                  <a:pt x="698373" y="26669"/>
                </a:lnTo>
                <a:lnTo>
                  <a:pt x="713866" y="51181"/>
                </a:lnTo>
                <a:lnTo>
                  <a:pt x="701719" y="58930"/>
                </a:lnTo>
                <a:lnTo>
                  <a:pt x="717296" y="83312"/>
                </a:lnTo>
                <a:lnTo>
                  <a:pt x="751229" y="26669"/>
                </a:lnTo>
                <a:close/>
              </a:path>
              <a:path w="767714" h="497204">
                <a:moveTo>
                  <a:pt x="698373" y="26669"/>
                </a:moveTo>
                <a:lnTo>
                  <a:pt x="686108" y="34496"/>
                </a:lnTo>
                <a:lnTo>
                  <a:pt x="701719" y="58930"/>
                </a:lnTo>
                <a:lnTo>
                  <a:pt x="713866" y="51181"/>
                </a:lnTo>
                <a:lnTo>
                  <a:pt x="698373" y="26669"/>
                </a:lnTo>
                <a:close/>
              </a:path>
              <a:path w="767714" h="497204">
                <a:moveTo>
                  <a:pt x="767206" y="0"/>
                </a:moveTo>
                <a:lnTo>
                  <a:pt x="670560" y="10159"/>
                </a:lnTo>
                <a:lnTo>
                  <a:pt x="686108" y="34496"/>
                </a:lnTo>
                <a:lnTo>
                  <a:pt x="698373" y="26669"/>
                </a:lnTo>
                <a:lnTo>
                  <a:pt x="751229" y="26669"/>
                </a:lnTo>
                <a:lnTo>
                  <a:pt x="767206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7299452" y="3991864"/>
            <a:ext cx="1115059" cy="1913467"/>
          </a:xfrm>
          <a:custGeom>
            <a:avLst/>
            <a:gdLst/>
            <a:ahLst/>
            <a:cxnLst/>
            <a:rect l="l" t="t" r="r" b="b"/>
            <a:pathLst>
              <a:path w="836295" h="1435100">
                <a:moveTo>
                  <a:pt x="780177" y="68014"/>
                </a:moveTo>
                <a:lnTo>
                  <a:pt x="0" y="1420012"/>
                </a:lnTo>
                <a:lnTo>
                  <a:pt x="25146" y="1434477"/>
                </a:lnTo>
                <a:lnTo>
                  <a:pt x="805320" y="82497"/>
                </a:lnTo>
                <a:lnTo>
                  <a:pt x="780177" y="68014"/>
                </a:lnTo>
                <a:close/>
              </a:path>
              <a:path w="836295" h="1435100">
                <a:moveTo>
                  <a:pt x="832822" y="55499"/>
                </a:moveTo>
                <a:lnTo>
                  <a:pt x="787400" y="55499"/>
                </a:lnTo>
                <a:lnTo>
                  <a:pt x="812546" y="69976"/>
                </a:lnTo>
                <a:lnTo>
                  <a:pt x="805320" y="82497"/>
                </a:lnTo>
                <a:lnTo>
                  <a:pt x="830326" y="96900"/>
                </a:lnTo>
                <a:lnTo>
                  <a:pt x="832822" y="55499"/>
                </a:lnTo>
                <a:close/>
              </a:path>
              <a:path w="836295" h="1435100">
                <a:moveTo>
                  <a:pt x="787400" y="55499"/>
                </a:moveTo>
                <a:lnTo>
                  <a:pt x="780177" y="68014"/>
                </a:lnTo>
                <a:lnTo>
                  <a:pt x="805320" y="82497"/>
                </a:lnTo>
                <a:lnTo>
                  <a:pt x="812546" y="69976"/>
                </a:lnTo>
                <a:lnTo>
                  <a:pt x="787400" y="55499"/>
                </a:lnTo>
                <a:close/>
              </a:path>
              <a:path w="836295" h="1435100">
                <a:moveTo>
                  <a:pt x="836168" y="0"/>
                </a:moveTo>
                <a:lnTo>
                  <a:pt x="755141" y="53593"/>
                </a:lnTo>
                <a:lnTo>
                  <a:pt x="780177" y="68014"/>
                </a:lnTo>
                <a:lnTo>
                  <a:pt x="787400" y="55499"/>
                </a:lnTo>
                <a:lnTo>
                  <a:pt x="832822" y="55499"/>
                </a:lnTo>
                <a:lnTo>
                  <a:pt x="83616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10267695" y="4923537"/>
            <a:ext cx="949231" cy="17068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456185" y="4650231"/>
            <a:ext cx="2236047" cy="101600"/>
          </a:xfrm>
          <a:custGeom>
            <a:avLst/>
            <a:gdLst/>
            <a:ahLst/>
            <a:cxnLst/>
            <a:rect l="l" t="t" r="r" b="b"/>
            <a:pathLst>
              <a:path w="1677035" h="76200">
                <a:moveTo>
                  <a:pt x="1600454" y="0"/>
                </a:moveTo>
                <a:lnTo>
                  <a:pt x="1600454" y="76200"/>
                </a:lnTo>
                <a:lnTo>
                  <a:pt x="1656842" y="48006"/>
                </a:lnTo>
                <a:lnTo>
                  <a:pt x="1613154" y="48006"/>
                </a:lnTo>
                <a:lnTo>
                  <a:pt x="1613154" y="28193"/>
                </a:lnTo>
                <a:lnTo>
                  <a:pt x="1656842" y="28193"/>
                </a:lnTo>
                <a:lnTo>
                  <a:pt x="1600454" y="0"/>
                </a:lnTo>
                <a:close/>
              </a:path>
              <a:path w="1677035" h="76200">
                <a:moveTo>
                  <a:pt x="1600454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600454" y="48006"/>
                </a:lnTo>
                <a:lnTo>
                  <a:pt x="1600454" y="28193"/>
                </a:lnTo>
                <a:close/>
              </a:path>
              <a:path w="1677035" h="76200">
                <a:moveTo>
                  <a:pt x="1656842" y="28193"/>
                </a:moveTo>
                <a:lnTo>
                  <a:pt x="1613154" y="28193"/>
                </a:lnTo>
                <a:lnTo>
                  <a:pt x="1613154" y="48006"/>
                </a:lnTo>
                <a:lnTo>
                  <a:pt x="1656842" y="48006"/>
                </a:lnTo>
                <a:lnTo>
                  <a:pt x="1676654" y="38100"/>
                </a:lnTo>
                <a:lnTo>
                  <a:pt x="1656842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409448" y="3004311"/>
            <a:ext cx="101600" cy="1702647"/>
          </a:xfrm>
          <a:custGeom>
            <a:avLst/>
            <a:gdLst/>
            <a:ahLst/>
            <a:cxnLst/>
            <a:rect l="l" t="t" r="r" b="b"/>
            <a:pathLst>
              <a:path w="76200" h="1276985">
                <a:moveTo>
                  <a:pt x="48006" y="63500"/>
                </a:moveTo>
                <a:lnTo>
                  <a:pt x="28193" y="63500"/>
                </a:lnTo>
                <a:lnTo>
                  <a:pt x="28193" y="1276477"/>
                </a:lnTo>
                <a:lnTo>
                  <a:pt x="48006" y="1276477"/>
                </a:lnTo>
                <a:lnTo>
                  <a:pt x="48006" y="63500"/>
                </a:lnTo>
                <a:close/>
              </a:path>
              <a:path w="76200" h="1276985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276985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1306458" y="3994911"/>
            <a:ext cx="282684" cy="29667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Shape 52">
            <a:extLst>
              <a:ext uri="{FF2B5EF4-FFF2-40B4-BE49-F238E27FC236}">
                <a16:creationId xmlns:a16="http://schemas.microsoft.com/office/drawing/2014/main" id="{20251C4F-5989-4A45-8472-320D4271E0EE}"/>
              </a:ext>
            </a:extLst>
          </p:cNvPr>
          <p:cNvSpPr txBox="1"/>
          <p:nvPr/>
        </p:nvSpPr>
        <p:spPr>
          <a:xfrm>
            <a:off x="236534" y="134400"/>
            <a:ext cx="11720575" cy="941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3200" b="1" dirty="0"/>
              <a:t>Bagging at inference time</a:t>
            </a:r>
          </a:p>
        </p:txBody>
      </p:sp>
      <p:sp>
        <p:nvSpPr>
          <p:cNvPr id="64" name="Shape 53">
            <a:extLst>
              <a:ext uri="{FF2B5EF4-FFF2-40B4-BE49-F238E27FC236}">
                <a16:creationId xmlns:a16="http://schemas.microsoft.com/office/drawing/2014/main" id="{5B5E4731-0E1D-F24A-ACAA-C60E56A0266F}"/>
              </a:ext>
            </a:extLst>
          </p:cNvPr>
          <p:cNvSpPr txBox="1"/>
          <p:nvPr/>
        </p:nvSpPr>
        <p:spPr>
          <a:xfrm>
            <a:off x="462279" y="2251145"/>
            <a:ext cx="2234188" cy="59264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133" dirty="0"/>
              <a:t>A test sample</a:t>
            </a:r>
          </a:p>
        </p:txBody>
      </p:sp>
      <p:sp>
        <p:nvSpPr>
          <p:cNvPr id="65" name="Shape 53">
            <a:extLst>
              <a:ext uri="{FF2B5EF4-FFF2-40B4-BE49-F238E27FC236}">
                <a16:creationId xmlns:a16="http://schemas.microsoft.com/office/drawing/2014/main" id="{4118C1DE-6BE8-9B45-A49E-00BAD1FE6A3A}"/>
              </a:ext>
            </a:extLst>
          </p:cNvPr>
          <p:cNvSpPr txBox="1"/>
          <p:nvPr/>
        </p:nvSpPr>
        <p:spPr>
          <a:xfrm>
            <a:off x="9628680" y="4685957"/>
            <a:ext cx="2216067" cy="596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133" dirty="0"/>
              <a:t>75% confidence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3A8C4-0E5D-5D42-9DC4-D5BE5F71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944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6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2400" dirty="0">
                <a:solidFill>
                  <a:schemeClr val="tx1"/>
                </a:solidFill>
              </a:rPr>
              <a:t>Na</a:t>
            </a:r>
            <a:r>
              <a:rPr lang="en-US" sz="2400" dirty="0" err="1">
                <a:solidFill>
                  <a:schemeClr val="tx1"/>
                </a:solidFill>
              </a:rPr>
              <a:t>ï</a:t>
            </a:r>
            <a:r>
              <a:rPr lang="en-IL" sz="2400" dirty="0">
                <a:solidFill>
                  <a:schemeClr val="tx1"/>
                </a:solidFill>
              </a:rPr>
              <a:t>ve Bayes</a:t>
            </a:r>
          </a:p>
        </p:txBody>
      </p:sp>
    </p:spTree>
    <p:extLst>
      <p:ext uri="{BB962C8B-B14F-4D97-AF65-F5344CB8AC3E}">
        <p14:creationId xmlns:p14="http://schemas.microsoft.com/office/powerpoint/2010/main" val="2407449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Naïve Bayes Classifier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Naive Bayes is a statistical classification technique based on </a:t>
            </a:r>
            <a:r>
              <a:rPr lang="en-US" sz="2400" b="1" dirty="0"/>
              <a:t>Bayes Theorem</a:t>
            </a:r>
            <a:r>
              <a:rPr lang="en-US" sz="2400" dirty="0"/>
              <a:t>. It is one of the simplest supervised learning algorithms.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Naive Bayes classifier is the fast, accurate and reliable algorithm.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Naive Bayes classifiers have high accuracy and speed on large datasets.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Assumes that the effect of a particular feature in a class is independent of other features.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/>
              <a:t>Disadvantage</a:t>
            </a:r>
            <a:r>
              <a:rPr lang="en-US" sz="2400" dirty="0"/>
              <a:t>: bad for dummy variables </a:t>
            </a:r>
            <a:r>
              <a:rPr lang="en-US" sz="2400" dirty="0">
                <a:sym typeface="Wingdings" pitchFamily="2" charset="2"/>
              </a:rPr>
              <a:t> </a:t>
            </a: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95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Reminder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𝑃(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) - The probability of hypothesis 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 being true (prior probability of 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𝑃(𝐷) - The probability of the data (prior probability).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𝑃(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|𝐷) - The probability of hypothesis 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 given the data 𝐷 (posterior probability).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𝑃(𝐷|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) - The probability of data 𝑑 given that the hypothesis </a:t>
                </a:r>
                <a:r>
                  <a:rPr lang="en-US" sz="2400" dirty="0" err="1"/>
                  <a:t>ℎ</a:t>
                </a:r>
                <a:r>
                  <a:rPr lang="en-US" sz="2400" dirty="0"/>
                  <a:t> was true (posterior probability).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den>
                      </m:f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24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How it Works?</a:t>
            </a:r>
          </a:p>
          <a:p>
            <a:pPr>
              <a:lnSpc>
                <a:spcPct val="150000"/>
              </a:lnSpc>
            </a:pPr>
            <a:br>
              <a:rPr lang="en-US" sz="2400" b="1" dirty="0"/>
            </a:br>
            <a:r>
              <a:rPr lang="en-US" sz="2400" b="1" dirty="0"/>
              <a:t>Step 1</a:t>
            </a:r>
            <a:r>
              <a:rPr lang="en-US" sz="2400" dirty="0"/>
              <a:t>: Calculate the prior probability for given class labels.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2</a:t>
            </a:r>
            <a:r>
              <a:rPr lang="en-US" sz="2400" dirty="0"/>
              <a:t>: Find Likelihood probability with each attribute for each class.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3</a:t>
            </a:r>
            <a:r>
              <a:rPr lang="en-US" sz="2400" dirty="0"/>
              <a:t>: Put these value in Bayes Formula and calculate posterior probability.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4</a:t>
            </a:r>
            <a:r>
              <a:rPr lang="en-US" sz="2400" dirty="0"/>
              <a:t>: See which class has a higher probability, given the input belongs to the higher probability class.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823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36525"/>
                <a:ext cx="11616266" cy="6485754"/>
              </a:xfrm>
            </p:spPr>
            <p:txBody>
              <a:bodyPr>
                <a:normAutofit fontScale="92500"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Example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b="1" dirty="0"/>
                  <a:t>What is the probability of playing when the weather is overcast?</a:t>
                </a:r>
                <a:br>
                  <a:rPr lang="en-US" sz="24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𝑌𝑒𝑠</m:t>
                      </m:r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𝑂𝑣𝑒𝑟𝑐𝑎𝑠𝑡</m:t>
                      </m:r>
                      <m:r>
                        <a:rPr lang="en-IL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L" sz="24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L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L" sz="2400" i="1" dirty="0" smtClean="0">
                                  <a:latin typeface="Cambria Math" panose="02040503050406030204" pitchFamily="18" charset="0"/>
                                </a:rPr>
                                <m:t>𝑂𝑣𝑒𝑟𝑐𝑎𝑠𝑡</m:t>
                              </m:r>
                            </m:e>
                            <m:e>
                              <m:r>
                                <a:rPr lang="en-IL" sz="2400" i="1" dirty="0" smtClean="0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IL" sz="24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L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L" sz="2400" i="1" dirty="0" smtClean="0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</m:num>
                        <m:den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𝑂𝑣𝑒𝑟𝑐𝑎𝑠𝑡</m:t>
                          </m:r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L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𝑜𝑣𝑒𝑟𝑐𝑎𝑠𝑡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=0.29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=0.64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𝑜𝑣𝑒𝑟𝑐𝑎𝑠𝑡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𝑦𝑒𝑠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=0.44</m:t>
                      </m:r>
                    </m:oMath>
                    <m:oMath xmlns:m="http://schemas.openxmlformats.org/officeDocument/2006/math">
                      <m:r>
                        <a:rPr lang="en-IL" sz="2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L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  <m:e>
                          <m:r>
                            <a:rPr lang="en-IL" sz="2400" i="1" dirty="0">
                              <a:latin typeface="Cambria Math" panose="02040503050406030204" pitchFamily="18" charset="0"/>
                            </a:rPr>
                            <m:t>𝑂𝑣𝑒𝑟𝑐𝑎𝑠𝑡</m:t>
                          </m:r>
                        </m:e>
                      </m:d>
                      <m:r>
                        <a:rPr lang="en-IL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0.44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0.64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0.29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=0.971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36525"/>
                <a:ext cx="11616266" cy="648575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E53622-308E-BB4A-9EBC-C0337E735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54872"/>
              </p:ext>
            </p:extLst>
          </p:nvPr>
        </p:nvGraphicFramePr>
        <p:xfrm>
          <a:off x="294282" y="2008818"/>
          <a:ext cx="2431985" cy="4011168"/>
        </p:xfrm>
        <a:graphic>
          <a:graphicData uri="http://schemas.openxmlformats.org/drawingml/2006/table">
            <a:tbl>
              <a:tblPr/>
              <a:tblGrid>
                <a:gridCol w="824772">
                  <a:extLst>
                    <a:ext uri="{9D8B030D-6E8A-4147-A177-3AD203B41FA5}">
                      <a16:colId xmlns:a16="http://schemas.microsoft.com/office/drawing/2014/main" val="1958630192"/>
                    </a:ext>
                  </a:extLst>
                </a:gridCol>
                <a:gridCol w="824772">
                  <a:extLst>
                    <a:ext uri="{9D8B030D-6E8A-4147-A177-3AD203B41FA5}">
                      <a16:colId xmlns:a16="http://schemas.microsoft.com/office/drawing/2014/main" val="1963470934"/>
                    </a:ext>
                  </a:extLst>
                </a:gridCol>
                <a:gridCol w="782441">
                  <a:extLst>
                    <a:ext uri="{9D8B030D-6E8A-4147-A177-3AD203B41FA5}">
                      <a16:colId xmlns:a16="http://schemas.microsoft.com/office/drawing/2014/main" val="1262589954"/>
                    </a:ext>
                  </a:extLst>
                </a:gridCol>
              </a:tblGrid>
              <a:tr h="26078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>
                          <a:effectLst/>
                        </a:rPr>
                        <a:t>weather</a:t>
                      </a:r>
                    </a:p>
                  </a:txBody>
                  <a:tcPr marL="18131" marR="18131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>
                          <a:effectLst/>
                        </a:rPr>
                        <a:t>temp</a:t>
                      </a:r>
                    </a:p>
                  </a:txBody>
                  <a:tcPr marL="18131" marR="18131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>
                          <a:effectLst/>
                        </a:rPr>
                        <a:t>play</a:t>
                      </a:r>
                    </a:p>
                  </a:txBody>
                  <a:tcPr marL="18131" marR="18131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454318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Sunny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Hot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916645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Sunny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Hot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465506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Overcast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Hot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75399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Rainy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437811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Rainy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Cool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753698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Rainy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Cool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385907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Overcast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Cool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176296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Sunny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64201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Sunny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Cool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00660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Rainy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02997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Sunny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494172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Overcast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38364"/>
                  </a:ext>
                </a:extLst>
              </a:tr>
              <a:tr h="260780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Overcast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Hot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208165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Rainy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</a:rPr>
                        <a:t>Mild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18131" marR="18131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61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82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2400" dirty="0">
                <a:solidFill>
                  <a:schemeClr val="tx1"/>
                </a:solidFill>
              </a:rPr>
              <a:t>Regressions</a:t>
            </a:r>
          </a:p>
        </p:txBody>
      </p:sp>
    </p:spTree>
    <p:extLst>
      <p:ext uri="{BB962C8B-B14F-4D97-AF65-F5344CB8AC3E}">
        <p14:creationId xmlns:p14="http://schemas.microsoft.com/office/powerpoint/2010/main" val="1121956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4" name="Rectangle 2">
            <a:extLst>
              <a:ext uri="{FF2B5EF4-FFF2-40B4-BE49-F238E27FC236}">
                <a16:creationId xmlns:a16="http://schemas.microsoft.com/office/drawing/2014/main" id="{FFB82A5A-833B-A24A-8D64-9C89F3984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Recall: 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6F7D5B-4E40-6D4F-9562-660D0E783739}"/>
                  </a:ext>
                </a:extLst>
              </p:cNvPr>
              <p:cNvSpPr/>
              <p:nvPr/>
            </p:nvSpPr>
            <p:spPr>
              <a:xfrm>
                <a:off x="1109133" y="1464733"/>
                <a:ext cx="10244667" cy="3327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IL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IL" sz="2400" dirty="0">
                  <a:sym typeface="Symbol" pitchFamily="2" charset="2"/>
                </a:endParaRPr>
              </a:p>
              <a:p>
                <a:pPr>
                  <a:lnSpc>
                    <a:spcPct val="110000"/>
                  </a:lnSpc>
                  <a:spcBef>
                    <a:spcPct val="60000"/>
                  </a:spcBef>
                  <a:buFont typeface="Wingdings" pitchFamily="2" charset="2"/>
                  <a:buNone/>
                </a:pPr>
                <a:r>
                  <a:rPr lang="en-US" altLang="en-IL" sz="2400" dirty="0" err="1">
                    <a:sym typeface="Symbol" pitchFamily="2" charset="2"/>
                  </a:rPr>
                  <a:t>cov</a:t>
                </a:r>
                <a:r>
                  <a:rPr lang="en-US" altLang="en-IL" sz="2400" dirty="0">
                    <a:sym typeface="Symbol" pitchFamily="2" charset="2"/>
                  </a:rPr>
                  <a:t>(X,Y) &gt; 0       X and Y are positively correlated</a:t>
                </a:r>
              </a:p>
              <a:p>
                <a:pPr>
                  <a:lnSpc>
                    <a:spcPct val="110000"/>
                  </a:lnSpc>
                  <a:spcBef>
                    <a:spcPct val="60000"/>
                  </a:spcBef>
                  <a:buFont typeface="Wingdings" pitchFamily="2" charset="2"/>
                  <a:buNone/>
                </a:pPr>
                <a:r>
                  <a:rPr lang="en-US" altLang="en-IL" sz="2400" dirty="0" err="1">
                    <a:sym typeface="Symbol" pitchFamily="2" charset="2"/>
                  </a:rPr>
                  <a:t>cov</a:t>
                </a:r>
                <a:r>
                  <a:rPr lang="en-US" altLang="en-IL" sz="2400" dirty="0">
                    <a:sym typeface="Symbol" pitchFamily="2" charset="2"/>
                  </a:rPr>
                  <a:t>(X,Y) &lt; 0       X and Y are inversely correlated</a:t>
                </a:r>
              </a:p>
              <a:p>
                <a:pPr>
                  <a:lnSpc>
                    <a:spcPct val="110000"/>
                  </a:lnSpc>
                  <a:spcBef>
                    <a:spcPct val="60000"/>
                  </a:spcBef>
                  <a:buFont typeface="Wingdings" pitchFamily="2" charset="2"/>
                  <a:buNone/>
                </a:pPr>
                <a:r>
                  <a:rPr lang="en-US" altLang="en-IL" sz="2400" dirty="0" err="1">
                    <a:sym typeface="Symbol" pitchFamily="2" charset="2"/>
                  </a:rPr>
                  <a:t>cov</a:t>
                </a:r>
                <a:r>
                  <a:rPr lang="en-US" altLang="en-IL" sz="2400" dirty="0">
                    <a:sym typeface="Symbol" pitchFamily="2" charset="2"/>
                  </a:rPr>
                  <a:t>(X,Y) = 0       X and Y are independent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6F7D5B-4E40-6D4F-9562-660D0E7837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133" y="1464733"/>
                <a:ext cx="10244667" cy="3327706"/>
              </a:xfrm>
              <a:prstGeom prst="rect">
                <a:avLst/>
              </a:prstGeom>
              <a:blipFill>
                <a:blip r:embed="rId2"/>
                <a:stretch>
                  <a:fillRect l="-990" t="-24715" b="-30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1026">
            <a:extLst>
              <a:ext uri="{FF2B5EF4-FFF2-40B4-BE49-F238E27FC236}">
                <a16:creationId xmlns:a16="http://schemas.microsoft.com/office/drawing/2014/main" id="{3E141CB4-86AE-7D4B-BD76-92FD005C5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Correlation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1F660B4-2CB6-914B-8666-A0450731CD31}"/>
                  </a:ext>
                </a:extLst>
              </p:cNvPr>
              <p:cNvSpPr/>
              <p:nvPr/>
            </p:nvSpPr>
            <p:spPr>
              <a:xfrm>
                <a:off x="1109133" y="1464733"/>
                <a:ext cx="10244667" cy="899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  <a:sym typeface="Symbol" pitchFamily="2" charset="2"/>
                        </a:rPr>
                        <m:t>𝜌</m:t>
                      </m:r>
                      <m:r>
                        <a:rPr lang="en-US" altLang="en-IL" sz="2400" b="0" i="1" smtClean="0">
                          <a:latin typeface="Cambria Math" panose="02040503050406030204" pitchFamily="18" charset="0"/>
                          <a:sym typeface="Symbol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</m:ctrlPr>
                        </m:fPr>
                        <m:num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𝐶𝑜𝑣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(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𝑋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,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𝑌</m:t>
                          </m:r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en-IL" sz="2400" b="0" i="1" smtClean="0">
                                  <a:latin typeface="Cambria Math" panose="02040503050406030204" pitchFamily="18" charset="0"/>
                                  <a:sym typeface="Symbol" pitchFamily="2" charset="2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IL" sz="2400" dirty="0">
                  <a:sym typeface="Symbol" pitchFamily="2" charset="2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1F660B4-2CB6-914B-8666-A0450731C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133" y="1464733"/>
                <a:ext cx="10244667" cy="899477"/>
              </a:xfrm>
              <a:prstGeom prst="rect">
                <a:avLst/>
              </a:prstGeom>
              <a:blipFill>
                <a:blip r:embed="rId2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B20B382B-DEBB-0445-951E-8BB00E304E13}"/>
              </a:ext>
            </a:extLst>
          </p:cNvPr>
          <p:cNvSpPr txBox="1">
            <a:spLocks noChangeArrowheads="1"/>
          </p:cNvSpPr>
          <p:nvPr/>
        </p:nvSpPr>
        <p:spPr>
          <a:xfrm>
            <a:off x="2058722" y="2378075"/>
            <a:ext cx="834548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IL" dirty="0"/>
              <a:t>Measures the relative strength of the </a:t>
            </a:r>
            <a:r>
              <a:rPr lang="en-US" altLang="en-IL" i="1" dirty="0"/>
              <a:t>linear </a:t>
            </a:r>
            <a:r>
              <a:rPr lang="en-US" altLang="en-IL" dirty="0"/>
              <a:t>relationship between two variables</a:t>
            </a:r>
          </a:p>
          <a:p>
            <a:pPr>
              <a:lnSpc>
                <a:spcPct val="120000"/>
              </a:lnSpc>
            </a:pPr>
            <a:r>
              <a:rPr lang="en-US" altLang="en-IL" sz="2400" dirty="0"/>
              <a:t>Ranges between –1 and 1</a:t>
            </a:r>
          </a:p>
          <a:p>
            <a:pPr>
              <a:lnSpc>
                <a:spcPct val="120000"/>
              </a:lnSpc>
            </a:pPr>
            <a:r>
              <a:rPr lang="en-US" altLang="en-IL" sz="2400" dirty="0"/>
              <a:t>The closer to –1, the stronger the negative linear relationship</a:t>
            </a:r>
          </a:p>
          <a:p>
            <a:pPr>
              <a:lnSpc>
                <a:spcPct val="120000"/>
              </a:lnSpc>
            </a:pPr>
            <a:r>
              <a:rPr lang="en-US" altLang="en-IL" sz="2400" dirty="0"/>
              <a:t>The closer to 1, the stronger the positive linear relationship</a:t>
            </a:r>
          </a:p>
          <a:p>
            <a:pPr>
              <a:lnSpc>
                <a:spcPct val="120000"/>
              </a:lnSpc>
            </a:pPr>
            <a:r>
              <a:rPr lang="en-US" altLang="en-IL" sz="2400" dirty="0"/>
              <a:t>The closer to 0, the weaker any positive linear relationship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Line 2">
            <a:extLst>
              <a:ext uri="{FF2B5EF4-FFF2-40B4-BE49-F238E27FC236}">
                <a16:creationId xmlns:a16="http://schemas.microsoft.com/office/drawing/2014/main" id="{92D3C78F-2E51-DF48-B11A-6E27091FF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5908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07" name="Line 3">
            <a:extLst>
              <a:ext uri="{FF2B5EF4-FFF2-40B4-BE49-F238E27FC236}">
                <a16:creationId xmlns:a16="http://schemas.microsoft.com/office/drawing/2014/main" id="{46D3C044-7AEF-7648-BC5F-8551FE084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0" y="51816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08" name="Rectangle 4">
            <a:extLst>
              <a:ext uri="{FF2B5EF4-FFF2-40B4-BE49-F238E27FC236}">
                <a16:creationId xmlns:a16="http://schemas.microsoft.com/office/drawing/2014/main" id="{0CE914CD-B0DE-F540-A9E8-A1CC1D137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333" y="228600"/>
            <a:ext cx="9655705" cy="114300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Scatter Plots of Data with Various Correlation Coefficients</a:t>
            </a:r>
          </a:p>
        </p:txBody>
      </p:sp>
      <p:sp>
        <p:nvSpPr>
          <p:cNvPr id="968709" name="Line 5">
            <a:extLst>
              <a:ext uri="{FF2B5EF4-FFF2-40B4-BE49-F238E27FC236}">
                <a16:creationId xmlns:a16="http://schemas.microsoft.com/office/drawing/2014/main" id="{32280286-9968-1048-AFD5-BC10243C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19859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0" name="Line 6">
            <a:extLst>
              <a:ext uri="{FF2B5EF4-FFF2-40B4-BE49-F238E27FC236}">
                <a16:creationId xmlns:a16="http://schemas.microsoft.com/office/drawing/2014/main" id="{BC8E95FE-9F6F-4A4E-AC2E-6784BB81FF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8339" y="2133601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1" name="Oval 7">
            <a:extLst>
              <a:ext uri="{FF2B5EF4-FFF2-40B4-BE49-F238E27FC236}">
                <a16:creationId xmlns:a16="http://schemas.microsoft.com/office/drawing/2014/main" id="{8D38C862-CC7C-2E41-ACAC-F3D697D04181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405606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2" name="Oval 8">
            <a:extLst>
              <a:ext uri="{FF2B5EF4-FFF2-40B4-BE49-F238E27FC236}">
                <a16:creationId xmlns:a16="http://schemas.microsoft.com/office/drawing/2014/main" id="{60ABCC47-5433-8245-BC29-1A4231019355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29406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3" name="Oval 9">
            <a:extLst>
              <a:ext uri="{FF2B5EF4-FFF2-40B4-BE49-F238E27FC236}">
                <a16:creationId xmlns:a16="http://schemas.microsoft.com/office/drawing/2014/main" id="{87DB84FB-C38B-FA46-B6B0-7B2AEC42C84E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98926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4" name="Oval 10">
            <a:extLst>
              <a:ext uri="{FF2B5EF4-FFF2-40B4-BE49-F238E27FC236}">
                <a16:creationId xmlns:a16="http://schemas.microsoft.com/office/drawing/2014/main" id="{BA23CC01-931F-5B45-8006-7B356A145D47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998663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5" name="Oval 11">
            <a:extLst>
              <a:ext uri="{FF2B5EF4-FFF2-40B4-BE49-F238E27FC236}">
                <a16:creationId xmlns:a16="http://schemas.microsoft.com/office/drawing/2014/main" id="{F4934DDC-3D49-7545-8B0F-46F6C1DE23E3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37966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6" name="Oval 12">
            <a:extLst>
              <a:ext uri="{FF2B5EF4-FFF2-40B4-BE49-F238E27FC236}">
                <a16:creationId xmlns:a16="http://schemas.microsoft.com/office/drawing/2014/main" id="{BD7035F4-9214-FA4B-B28F-32A60356CD8A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684463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17" name="Text Box 13">
            <a:extLst>
              <a:ext uri="{FF2B5EF4-FFF2-40B4-BE49-F238E27FC236}">
                <a16:creationId xmlns:a16="http://schemas.microsoft.com/office/drawing/2014/main" id="{93EBD64F-F643-DC4A-A87F-499A7DA55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1600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18" name="Line 14">
            <a:extLst>
              <a:ext uri="{FF2B5EF4-FFF2-40B4-BE49-F238E27FC236}">
                <a16:creationId xmlns:a16="http://schemas.microsoft.com/office/drawing/2014/main" id="{02C1D2D2-B0EB-AC42-BCFF-B74F93A05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2463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19" name="Oval 15">
            <a:extLst>
              <a:ext uri="{FF2B5EF4-FFF2-40B4-BE49-F238E27FC236}">
                <a16:creationId xmlns:a16="http://schemas.microsoft.com/office/drawing/2014/main" id="{23564AB9-E206-0844-97C9-C818E41D86D9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675063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0" name="Text Box 16">
            <a:extLst>
              <a:ext uri="{FF2B5EF4-FFF2-40B4-BE49-F238E27FC236}">
                <a16:creationId xmlns:a16="http://schemas.microsoft.com/office/drawing/2014/main" id="{546F4C54-F8D3-3442-B159-9A8732A4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21" name="Line 17">
            <a:extLst>
              <a:ext uri="{FF2B5EF4-FFF2-40B4-BE49-F238E27FC236}">
                <a16:creationId xmlns:a16="http://schemas.microsoft.com/office/drawing/2014/main" id="{6B7D763E-25E2-0345-B33D-C0E729E7A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19859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2" name="Line 18">
            <a:extLst>
              <a:ext uri="{FF2B5EF4-FFF2-40B4-BE49-F238E27FC236}">
                <a16:creationId xmlns:a16="http://schemas.microsoft.com/office/drawing/2014/main" id="{99A45895-48F6-D246-BD92-F5F0DEE116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92676" y="2133601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3" name="Oval 19">
            <a:extLst>
              <a:ext uri="{FF2B5EF4-FFF2-40B4-BE49-F238E27FC236}">
                <a16:creationId xmlns:a16="http://schemas.microsoft.com/office/drawing/2014/main" id="{E1802080-4A92-824A-9D02-A68C62927ED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10400" y="3124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4" name="Oval 20">
            <a:extLst>
              <a:ext uri="{FF2B5EF4-FFF2-40B4-BE49-F238E27FC236}">
                <a16:creationId xmlns:a16="http://schemas.microsoft.com/office/drawing/2014/main" id="{B29346CB-E5F9-3447-8FE4-D00131480DD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5" name="Oval 21">
            <a:extLst>
              <a:ext uri="{FF2B5EF4-FFF2-40B4-BE49-F238E27FC236}">
                <a16:creationId xmlns:a16="http://schemas.microsoft.com/office/drawing/2014/main" id="{FEBDF13F-4B1D-5646-8E4F-1284C46FC75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175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6" name="Oval 22">
            <a:extLst>
              <a:ext uri="{FF2B5EF4-FFF2-40B4-BE49-F238E27FC236}">
                <a16:creationId xmlns:a16="http://schemas.microsoft.com/office/drawing/2014/main" id="{8D958310-1E3E-A844-BED9-67BA7BA8D2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578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7" name="Oval 23">
            <a:extLst>
              <a:ext uri="{FF2B5EF4-FFF2-40B4-BE49-F238E27FC236}">
                <a16:creationId xmlns:a16="http://schemas.microsoft.com/office/drawing/2014/main" id="{35967F4A-B84B-7B45-BA5D-C168544ED48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629400" y="2971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8" name="Oval 24">
            <a:extLst>
              <a:ext uri="{FF2B5EF4-FFF2-40B4-BE49-F238E27FC236}">
                <a16:creationId xmlns:a16="http://schemas.microsoft.com/office/drawing/2014/main" id="{986D6FEE-1D9B-0748-871E-665B519898E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29" name="Oval 25">
            <a:extLst>
              <a:ext uri="{FF2B5EF4-FFF2-40B4-BE49-F238E27FC236}">
                <a16:creationId xmlns:a16="http://schemas.microsoft.com/office/drawing/2014/main" id="{D53E78E6-D4EE-A14E-A4AE-B9CA3F5278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0" name="Oval 26">
            <a:extLst>
              <a:ext uri="{FF2B5EF4-FFF2-40B4-BE49-F238E27FC236}">
                <a16:creationId xmlns:a16="http://schemas.microsoft.com/office/drawing/2014/main" id="{9537A5E5-9545-F441-B4B1-608252A8620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1" name="Oval 27">
            <a:extLst>
              <a:ext uri="{FF2B5EF4-FFF2-40B4-BE49-F238E27FC236}">
                <a16:creationId xmlns:a16="http://schemas.microsoft.com/office/drawing/2014/main" id="{4AB4E3EA-890D-F442-8681-443148FCD0D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198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2" name="Oval 28">
            <a:extLst>
              <a:ext uri="{FF2B5EF4-FFF2-40B4-BE49-F238E27FC236}">
                <a16:creationId xmlns:a16="http://schemas.microsoft.com/office/drawing/2014/main" id="{9550F17A-912B-6E41-BA4B-757A1B7EA65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81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3" name="Oval 29">
            <a:extLst>
              <a:ext uri="{FF2B5EF4-FFF2-40B4-BE49-F238E27FC236}">
                <a16:creationId xmlns:a16="http://schemas.microsoft.com/office/drawing/2014/main" id="{A614CF06-0C29-9F40-981D-4ADD3529AE6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4" name="Oval 30">
            <a:extLst>
              <a:ext uri="{FF2B5EF4-FFF2-40B4-BE49-F238E27FC236}">
                <a16:creationId xmlns:a16="http://schemas.microsoft.com/office/drawing/2014/main" id="{93E38934-9160-2E47-B4E0-13554B398F0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35" name="Oval 31">
            <a:extLst>
              <a:ext uri="{FF2B5EF4-FFF2-40B4-BE49-F238E27FC236}">
                <a16:creationId xmlns:a16="http://schemas.microsoft.com/office/drawing/2014/main" id="{78F6A5D5-E024-474A-9050-F75776FBF02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6388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6" name="Oval 32">
            <a:extLst>
              <a:ext uri="{FF2B5EF4-FFF2-40B4-BE49-F238E27FC236}">
                <a16:creationId xmlns:a16="http://schemas.microsoft.com/office/drawing/2014/main" id="{F8BFD69A-C943-7347-81D2-61BF6629491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19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7" name="Oval 33">
            <a:extLst>
              <a:ext uri="{FF2B5EF4-FFF2-40B4-BE49-F238E27FC236}">
                <a16:creationId xmlns:a16="http://schemas.microsoft.com/office/drawing/2014/main" id="{1F61B321-0732-DB4A-99B5-02506A4BA3C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91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38" name="Text Box 34">
            <a:extLst>
              <a:ext uri="{FF2B5EF4-FFF2-40B4-BE49-F238E27FC236}">
                <a16:creationId xmlns:a16="http://schemas.microsoft.com/office/drawing/2014/main" id="{581531CB-C4B4-0840-96CB-9E66C0193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39" name="Line 35">
            <a:extLst>
              <a:ext uri="{FF2B5EF4-FFF2-40B4-BE49-F238E27FC236}">
                <a16:creationId xmlns:a16="http://schemas.microsoft.com/office/drawing/2014/main" id="{0014055B-2274-334A-96E9-DE18CF21F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0" name="Text Box 36">
            <a:extLst>
              <a:ext uri="{FF2B5EF4-FFF2-40B4-BE49-F238E27FC236}">
                <a16:creationId xmlns:a16="http://schemas.microsoft.com/office/drawing/2014/main" id="{DC05EDE1-0081-D745-BF9C-8809824A0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8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41" name="Line 37">
            <a:extLst>
              <a:ext uri="{FF2B5EF4-FFF2-40B4-BE49-F238E27FC236}">
                <a16:creationId xmlns:a16="http://schemas.microsoft.com/office/drawing/2014/main" id="{22E12B3A-7337-A94B-8417-A1EAABF93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8288" y="19859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2" name="Oval 38">
            <a:extLst>
              <a:ext uri="{FF2B5EF4-FFF2-40B4-BE49-F238E27FC236}">
                <a16:creationId xmlns:a16="http://schemas.microsoft.com/office/drawing/2014/main" id="{E310EBCE-2EAE-BD4A-AFF9-3F33360FC67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772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3" name="Oval 39">
            <a:extLst>
              <a:ext uri="{FF2B5EF4-FFF2-40B4-BE49-F238E27FC236}">
                <a16:creationId xmlns:a16="http://schemas.microsoft.com/office/drawing/2014/main" id="{EC6940BD-4539-0B4E-A6AF-57580B2DC20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060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4" name="Oval 40">
            <a:extLst>
              <a:ext uri="{FF2B5EF4-FFF2-40B4-BE49-F238E27FC236}">
                <a16:creationId xmlns:a16="http://schemas.microsoft.com/office/drawing/2014/main" id="{89690169-1E72-544C-88FC-7A3B1407938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1584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5" name="Oval 41">
            <a:extLst>
              <a:ext uri="{FF2B5EF4-FFF2-40B4-BE49-F238E27FC236}">
                <a16:creationId xmlns:a16="http://schemas.microsoft.com/office/drawing/2014/main" id="{F73B3F5C-E881-0048-B201-F879053AD59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440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6" name="Oval 42">
            <a:extLst>
              <a:ext uri="{FF2B5EF4-FFF2-40B4-BE49-F238E27FC236}">
                <a16:creationId xmlns:a16="http://schemas.microsoft.com/office/drawing/2014/main" id="{2092A6EB-A539-594C-990C-3239428F9DE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202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7" name="Oval 43">
            <a:extLst>
              <a:ext uri="{FF2B5EF4-FFF2-40B4-BE49-F238E27FC236}">
                <a16:creationId xmlns:a16="http://schemas.microsoft.com/office/drawing/2014/main" id="{E7493996-478B-834A-9BDD-90869C4F67C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8" name="Oval 44">
            <a:extLst>
              <a:ext uri="{FF2B5EF4-FFF2-40B4-BE49-F238E27FC236}">
                <a16:creationId xmlns:a16="http://schemas.microsoft.com/office/drawing/2014/main" id="{A4D4517F-A3BE-B048-B3B5-AA03617D7A1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2481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49" name="Oval 45">
            <a:extLst>
              <a:ext uri="{FF2B5EF4-FFF2-40B4-BE49-F238E27FC236}">
                <a16:creationId xmlns:a16="http://schemas.microsoft.com/office/drawing/2014/main" id="{F72696E6-D2D6-9543-8FD8-DC5877CB957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29613" y="2362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0" name="Oval 46">
            <a:extLst>
              <a:ext uri="{FF2B5EF4-FFF2-40B4-BE49-F238E27FC236}">
                <a16:creationId xmlns:a16="http://schemas.microsoft.com/office/drawing/2014/main" id="{905E4368-EB38-F040-B2F9-FDC71E53797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34413" y="2549525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51" name="Oval 47">
            <a:extLst>
              <a:ext uri="{FF2B5EF4-FFF2-40B4-BE49-F238E27FC236}">
                <a16:creationId xmlns:a16="http://schemas.microsoft.com/office/drawing/2014/main" id="{69C848BC-C3EB-D144-A8BB-E3DAA3AEC3E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1541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2" name="Oval 48">
            <a:extLst>
              <a:ext uri="{FF2B5EF4-FFF2-40B4-BE49-F238E27FC236}">
                <a16:creationId xmlns:a16="http://schemas.microsoft.com/office/drawing/2014/main" id="{C35031B2-A181-0747-A617-9874D83B246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868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3" name="Text Box 49">
            <a:extLst>
              <a:ext uri="{FF2B5EF4-FFF2-40B4-BE49-F238E27FC236}">
                <a16:creationId xmlns:a16="http://schemas.microsoft.com/office/drawing/2014/main" id="{CDF59D46-119F-F74B-B5E5-1E9648E3A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54" name="Line 50">
            <a:extLst>
              <a:ext uri="{FF2B5EF4-FFF2-40B4-BE49-F238E27FC236}">
                <a16:creationId xmlns:a16="http://schemas.microsoft.com/office/drawing/2014/main" id="{1098E9B5-0DB3-C14B-9FE9-5965CC5A4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2413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5" name="Oval 51">
            <a:extLst>
              <a:ext uri="{FF2B5EF4-FFF2-40B4-BE49-F238E27FC236}">
                <a16:creationId xmlns:a16="http://schemas.microsoft.com/office/drawing/2014/main" id="{218AACD3-F832-FC4E-AEF0-7F2BE3EE5D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753600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6" name="Text Box 52">
            <a:extLst>
              <a:ext uri="{FF2B5EF4-FFF2-40B4-BE49-F238E27FC236}">
                <a16:creationId xmlns:a16="http://schemas.microsoft.com/office/drawing/2014/main" id="{ADEAA8B6-CCA8-BD45-AD1B-37BAEE52A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57" name="Line 53">
            <a:extLst>
              <a:ext uri="{FF2B5EF4-FFF2-40B4-BE49-F238E27FC236}">
                <a16:creationId xmlns:a16="http://schemas.microsoft.com/office/drawing/2014/main" id="{6C1A3BE4-A7C0-6A49-8F47-240C82266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6338" y="45767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8" name="Line 54">
            <a:extLst>
              <a:ext uri="{FF2B5EF4-FFF2-40B4-BE49-F238E27FC236}">
                <a16:creationId xmlns:a16="http://schemas.microsoft.com/office/drawing/2014/main" id="{343A5069-1DDB-5D4D-B8AE-1A1F8F186D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6339" y="4724401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59" name="Oval 55">
            <a:extLst>
              <a:ext uri="{FF2B5EF4-FFF2-40B4-BE49-F238E27FC236}">
                <a16:creationId xmlns:a16="http://schemas.microsoft.com/office/drawing/2014/main" id="{BA2BD3FB-B75C-2348-8CA1-B71CC1BE18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046663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0" name="Oval 56">
            <a:extLst>
              <a:ext uri="{FF2B5EF4-FFF2-40B4-BE49-F238E27FC236}">
                <a16:creationId xmlns:a16="http://schemas.microsoft.com/office/drawing/2014/main" id="{E22D55C3-A389-C64D-A757-927786A26E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75263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1" name="Oval 57">
            <a:extLst>
              <a:ext uri="{FF2B5EF4-FFF2-40B4-BE49-F238E27FC236}">
                <a16:creationId xmlns:a16="http://schemas.microsoft.com/office/drawing/2014/main" id="{BB4E92E8-19C6-924E-A030-2AB2AF4D0A3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4114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2" name="Oval 58">
            <a:extLst>
              <a:ext uri="{FF2B5EF4-FFF2-40B4-BE49-F238E27FC236}">
                <a16:creationId xmlns:a16="http://schemas.microsoft.com/office/drawing/2014/main" id="{EA6BB4A7-74AA-4643-A179-A7F1A7DBCD4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104063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3" name="Oval 59">
            <a:extLst>
              <a:ext uri="{FF2B5EF4-FFF2-40B4-BE49-F238E27FC236}">
                <a16:creationId xmlns:a16="http://schemas.microsoft.com/office/drawing/2014/main" id="{B518BA52-8517-B64B-A3FF-A4EB3893421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562600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4" name="Oval 60">
            <a:extLst>
              <a:ext uri="{FF2B5EF4-FFF2-40B4-BE49-F238E27FC236}">
                <a16:creationId xmlns:a16="http://schemas.microsoft.com/office/drawing/2014/main" id="{E9EB4965-708E-814B-B793-4203FCEBA03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3152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5" name="Oval 61">
            <a:extLst>
              <a:ext uri="{FF2B5EF4-FFF2-40B4-BE49-F238E27FC236}">
                <a16:creationId xmlns:a16="http://schemas.microsoft.com/office/drawing/2014/main" id="{1B133D25-E0AA-A14D-8E0F-88B23F7EFD2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556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6" name="Oval 62">
            <a:extLst>
              <a:ext uri="{FF2B5EF4-FFF2-40B4-BE49-F238E27FC236}">
                <a16:creationId xmlns:a16="http://schemas.microsoft.com/office/drawing/2014/main" id="{CF863445-FEDB-134F-9F7B-976419D729E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7" name="Oval 63">
            <a:extLst>
              <a:ext uri="{FF2B5EF4-FFF2-40B4-BE49-F238E27FC236}">
                <a16:creationId xmlns:a16="http://schemas.microsoft.com/office/drawing/2014/main" id="{D1B0A6A3-37A5-BC40-8132-40C458DA927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8" name="Oval 64">
            <a:extLst>
              <a:ext uri="{FF2B5EF4-FFF2-40B4-BE49-F238E27FC236}">
                <a16:creationId xmlns:a16="http://schemas.microsoft.com/office/drawing/2014/main" id="{8C1A302A-C448-0044-B629-9FAF00FA710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5029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69" name="Oval 65">
            <a:extLst>
              <a:ext uri="{FF2B5EF4-FFF2-40B4-BE49-F238E27FC236}">
                <a16:creationId xmlns:a16="http://schemas.microsoft.com/office/drawing/2014/main" id="{275C1CB2-0A5E-9D47-AAAE-6DCC4425035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4572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0" name="Oval 66">
            <a:extLst>
              <a:ext uri="{FF2B5EF4-FFF2-40B4-BE49-F238E27FC236}">
                <a16:creationId xmlns:a16="http://schemas.microsoft.com/office/drawing/2014/main" id="{C5B4037C-C4AF-9F47-8C99-A00892D694A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71" name="Oval 67">
            <a:extLst>
              <a:ext uri="{FF2B5EF4-FFF2-40B4-BE49-F238E27FC236}">
                <a16:creationId xmlns:a16="http://schemas.microsoft.com/office/drawing/2014/main" id="{63225904-3DC9-BF4E-B993-626E15E8F6F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2" name="Oval 68">
            <a:extLst>
              <a:ext uri="{FF2B5EF4-FFF2-40B4-BE49-F238E27FC236}">
                <a16:creationId xmlns:a16="http://schemas.microsoft.com/office/drawing/2014/main" id="{8484C130-6D75-384E-BFAE-4C0CF4E65BA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1134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3" name="Oval 69">
            <a:extLst>
              <a:ext uri="{FF2B5EF4-FFF2-40B4-BE49-F238E27FC236}">
                <a16:creationId xmlns:a16="http://schemas.microsoft.com/office/drawing/2014/main" id="{248CD939-9E2A-5C4D-9E3D-5604CC749F2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579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4" name="Text Box 70">
            <a:extLst>
              <a:ext uri="{FF2B5EF4-FFF2-40B4-BE49-F238E27FC236}">
                <a16:creationId xmlns:a16="http://schemas.microsoft.com/office/drawing/2014/main" id="{F85654FA-43CD-DA47-B8E5-3D8E8541C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75" name="Line 71">
            <a:extLst>
              <a:ext uri="{FF2B5EF4-FFF2-40B4-BE49-F238E27FC236}">
                <a16:creationId xmlns:a16="http://schemas.microsoft.com/office/drawing/2014/main" id="{20B9B3A2-242D-BA4C-AE1D-83D07873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6" name="Oval 72">
            <a:extLst>
              <a:ext uri="{FF2B5EF4-FFF2-40B4-BE49-F238E27FC236}">
                <a16:creationId xmlns:a16="http://schemas.microsoft.com/office/drawing/2014/main" id="{0C7C89C7-6AE2-DF44-A352-5B769C628AC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7" name="Text Box 73">
            <a:extLst>
              <a:ext uri="{FF2B5EF4-FFF2-40B4-BE49-F238E27FC236}">
                <a16:creationId xmlns:a16="http://schemas.microsoft.com/office/drawing/2014/main" id="{57111522-1F35-EF49-A27E-0F64A40EA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78" name="Line 74">
            <a:extLst>
              <a:ext uri="{FF2B5EF4-FFF2-40B4-BE49-F238E27FC236}">
                <a16:creationId xmlns:a16="http://schemas.microsoft.com/office/drawing/2014/main" id="{32323293-7DE7-8C4F-AD39-7BE866EBB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0875" y="45767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79" name="Line 75">
            <a:extLst>
              <a:ext uri="{FF2B5EF4-FFF2-40B4-BE49-F238E27FC236}">
                <a16:creationId xmlns:a16="http://schemas.microsoft.com/office/drawing/2014/main" id="{59DF1CB5-D8FC-9140-B8F8-D4972549F0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876" y="4724401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0" name="Oval 76">
            <a:extLst>
              <a:ext uri="{FF2B5EF4-FFF2-40B4-BE49-F238E27FC236}">
                <a16:creationId xmlns:a16="http://schemas.microsoft.com/office/drawing/2014/main" id="{B8A77824-CAF8-4C45-828C-D63ADAD881D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981200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1" name="Oval 77">
            <a:extLst>
              <a:ext uri="{FF2B5EF4-FFF2-40B4-BE49-F238E27FC236}">
                <a16:creationId xmlns:a16="http://schemas.microsoft.com/office/drawing/2014/main" id="{EF7B8597-8ABA-9742-98E1-069406BC85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286000" y="5334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2" name="Oval 78">
            <a:extLst>
              <a:ext uri="{FF2B5EF4-FFF2-40B4-BE49-F238E27FC236}">
                <a16:creationId xmlns:a16="http://schemas.microsoft.com/office/drawing/2014/main" id="{7CC847D2-70B1-E646-8A03-B6CB80B80C3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4648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3" name="Oval 79">
            <a:extLst>
              <a:ext uri="{FF2B5EF4-FFF2-40B4-BE49-F238E27FC236}">
                <a16:creationId xmlns:a16="http://schemas.microsoft.com/office/drawing/2014/main" id="{45665597-6968-D042-8126-872A6275AF8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4" name="Oval 80">
            <a:extLst>
              <a:ext uri="{FF2B5EF4-FFF2-40B4-BE49-F238E27FC236}">
                <a16:creationId xmlns:a16="http://schemas.microsoft.com/office/drawing/2014/main" id="{78F29C84-1658-B04D-B56A-08651E41DC7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5908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85" name="Oval 81">
            <a:extLst>
              <a:ext uri="{FF2B5EF4-FFF2-40B4-BE49-F238E27FC236}">
                <a16:creationId xmlns:a16="http://schemas.microsoft.com/office/drawing/2014/main" id="{4E4AD3A9-63A3-A346-9907-C89C0E23D4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6" name="Oval 82">
            <a:extLst>
              <a:ext uri="{FF2B5EF4-FFF2-40B4-BE49-F238E27FC236}">
                <a16:creationId xmlns:a16="http://schemas.microsoft.com/office/drawing/2014/main" id="{9366BCCA-8D63-914E-AB7D-12E3B0CD5B9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7" name="Text Box 83">
            <a:extLst>
              <a:ext uri="{FF2B5EF4-FFF2-40B4-BE49-F238E27FC236}">
                <a16:creationId xmlns:a16="http://schemas.microsoft.com/office/drawing/2014/main" id="{2C1B1096-C855-044B-A0B0-1EA790B32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88" name="Line 84">
            <a:extLst>
              <a:ext uri="{FF2B5EF4-FFF2-40B4-BE49-F238E27FC236}">
                <a16:creationId xmlns:a16="http://schemas.microsoft.com/office/drawing/2014/main" id="{B11157E6-EC15-A74C-B3E0-88357C91B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89" name="Oval 85">
            <a:extLst>
              <a:ext uri="{FF2B5EF4-FFF2-40B4-BE49-F238E27FC236}">
                <a16:creationId xmlns:a16="http://schemas.microsoft.com/office/drawing/2014/main" id="{22DA4B55-8B4D-544F-AF17-5738BE7E7C6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90" name="Text Box 86">
            <a:extLst>
              <a:ext uri="{FF2B5EF4-FFF2-40B4-BE49-F238E27FC236}">
                <a16:creationId xmlns:a16="http://schemas.microsoft.com/office/drawing/2014/main" id="{14B487DD-0AA2-2B4E-99C3-C2F72D92B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91" name="Text Box 87">
            <a:extLst>
              <a:ext uri="{FF2B5EF4-FFF2-40B4-BE49-F238E27FC236}">
                <a16:creationId xmlns:a16="http://schemas.microsoft.com/office/drawing/2014/main" id="{AE4396CA-3422-E443-BF3E-553D4BABE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9" y="3581400"/>
            <a:ext cx="915987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-1</a:t>
            </a:r>
          </a:p>
        </p:txBody>
      </p:sp>
      <p:sp>
        <p:nvSpPr>
          <p:cNvPr id="968792" name="Text Box 88">
            <a:extLst>
              <a:ext uri="{FF2B5EF4-FFF2-40B4-BE49-F238E27FC236}">
                <a16:creationId xmlns:a16="http://schemas.microsoft.com/office/drawing/2014/main" id="{C17E4067-1A1F-DD46-B40E-243FF3F8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6" y="3590925"/>
            <a:ext cx="10001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-.6</a:t>
            </a:r>
          </a:p>
        </p:txBody>
      </p:sp>
      <p:sp>
        <p:nvSpPr>
          <p:cNvPr id="968793" name="Text Box 89">
            <a:extLst>
              <a:ext uri="{FF2B5EF4-FFF2-40B4-BE49-F238E27FC236}">
                <a16:creationId xmlns:a16="http://schemas.microsoft.com/office/drawing/2014/main" id="{6D13394C-F8C7-A144-A273-FF9198DB5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3590925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0</a:t>
            </a:r>
          </a:p>
        </p:txBody>
      </p:sp>
      <p:sp>
        <p:nvSpPr>
          <p:cNvPr id="968794" name="Text Box 90">
            <a:extLst>
              <a:ext uri="{FF2B5EF4-FFF2-40B4-BE49-F238E27FC236}">
                <a16:creationId xmlns:a16="http://schemas.microsoft.com/office/drawing/2014/main" id="{418DE4A5-9A2F-EF40-B0E9-D6DFC383C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9" y="6161088"/>
            <a:ext cx="10763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+.3</a:t>
            </a:r>
          </a:p>
        </p:txBody>
      </p:sp>
      <p:sp>
        <p:nvSpPr>
          <p:cNvPr id="968795" name="Text Box 91">
            <a:extLst>
              <a:ext uri="{FF2B5EF4-FFF2-40B4-BE49-F238E27FC236}">
                <a16:creationId xmlns:a16="http://schemas.microsoft.com/office/drawing/2014/main" id="{D788BCA7-7E35-574A-8657-2FEDFC713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6146800"/>
            <a:ext cx="9921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+1</a:t>
            </a:r>
          </a:p>
        </p:txBody>
      </p:sp>
      <p:sp>
        <p:nvSpPr>
          <p:cNvPr id="968796" name="Line 92">
            <a:extLst>
              <a:ext uri="{FF2B5EF4-FFF2-40B4-BE49-F238E27FC236}">
                <a16:creationId xmlns:a16="http://schemas.microsoft.com/office/drawing/2014/main" id="{4636C4CF-C380-1947-B7ED-23605C99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1938" y="45767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97" name="Oval 93">
            <a:extLst>
              <a:ext uri="{FF2B5EF4-FFF2-40B4-BE49-F238E27FC236}">
                <a16:creationId xmlns:a16="http://schemas.microsoft.com/office/drawing/2014/main" id="{6601EBB6-8041-3540-98C1-E61BC391A31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584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98" name="Oval 94">
            <a:extLst>
              <a:ext uri="{FF2B5EF4-FFF2-40B4-BE49-F238E27FC236}">
                <a16:creationId xmlns:a16="http://schemas.microsoft.com/office/drawing/2014/main" id="{47D39E85-B69D-1444-BA40-0E5497D0C01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799" name="Oval 95">
            <a:extLst>
              <a:ext uri="{FF2B5EF4-FFF2-40B4-BE49-F238E27FC236}">
                <a16:creationId xmlns:a16="http://schemas.microsoft.com/office/drawing/2014/main" id="{4CBABE2B-3347-8B40-82F2-8E1EBEEFD13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0" name="Oval 96">
            <a:extLst>
              <a:ext uri="{FF2B5EF4-FFF2-40B4-BE49-F238E27FC236}">
                <a16:creationId xmlns:a16="http://schemas.microsoft.com/office/drawing/2014/main" id="{BF9EB3A0-3609-ED4C-BDEC-4A19BDFB8CD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1" name="Oval 97">
            <a:extLst>
              <a:ext uri="{FF2B5EF4-FFF2-40B4-BE49-F238E27FC236}">
                <a16:creationId xmlns:a16="http://schemas.microsoft.com/office/drawing/2014/main" id="{3AAA5775-7CF6-434C-B329-8CCAC17C5BF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86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802" name="Oval 98">
            <a:extLst>
              <a:ext uri="{FF2B5EF4-FFF2-40B4-BE49-F238E27FC236}">
                <a16:creationId xmlns:a16="http://schemas.microsoft.com/office/drawing/2014/main" id="{C62F3EE6-6CB3-4647-AFA1-C353DC4348B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090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3" name="Text Box 99">
            <a:extLst>
              <a:ext uri="{FF2B5EF4-FFF2-40B4-BE49-F238E27FC236}">
                <a16:creationId xmlns:a16="http://schemas.microsoft.com/office/drawing/2014/main" id="{D4CA9A83-5BEA-4B46-8BE8-C8A8755D2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7463" y="41148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804" name="Line 100">
            <a:extLst>
              <a:ext uri="{FF2B5EF4-FFF2-40B4-BE49-F238E27FC236}">
                <a16:creationId xmlns:a16="http://schemas.microsoft.com/office/drawing/2014/main" id="{03A6474C-2D34-E64B-90EE-AC705F6AA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0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5" name="Text Box 101">
            <a:extLst>
              <a:ext uri="{FF2B5EF4-FFF2-40B4-BE49-F238E27FC236}">
                <a16:creationId xmlns:a16="http://schemas.microsoft.com/office/drawing/2014/main" id="{1D736579-61F2-3547-974E-2E8AD7BB4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0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806" name="Text Box 102">
            <a:extLst>
              <a:ext uri="{FF2B5EF4-FFF2-40B4-BE49-F238E27FC236}">
                <a16:creationId xmlns:a16="http://schemas.microsoft.com/office/drawing/2014/main" id="{26C08D8C-B47C-614A-916E-171708F8E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0925" y="6159500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solidFill>
                  <a:schemeClr val="tx2"/>
                </a:solidFill>
                <a:latin typeface="Arial" panose="020B0604020202020204" pitchFamily="34" charset="0"/>
              </a:rPr>
              <a:t>r = 0</a:t>
            </a:r>
          </a:p>
        </p:txBody>
      </p:sp>
      <p:sp>
        <p:nvSpPr>
          <p:cNvPr id="968807" name="Oval 103">
            <a:extLst>
              <a:ext uri="{FF2B5EF4-FFF2-40B4-BE49-F238E27FC236}">
                <a16:creationId xmlns:a16="http://schemas.microsoft.com/office/drawing/2014/main" id="{54BCD843-749D-1742-B977-9DFF94AF5CB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8" name="Oval 104">
            <a:extLst>
              <a:ext uri="{FF2B5EF4-FFF2-40B4-BE49-F238E27FC236}">
                <a16:creationId xmlns:a16="http://schemas.microsoft.com/office/drawing/2014/main" id="{7D9F717A-B9F4-014F-BE88-0262E1421E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8674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09" name="Oval 105">
            <a:extLst>
              <a:ext uri="{FF2B5EF4-FFF2-40B4-BE49-F238E27FC236}">
                <a16:creationId xmlns:a16="http://schemas.microsoft.com/office/drawing/2014/main" id="{9E66A6C5-6E1D-0549-A3BD-11059C568F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4495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68810" name="Rectangle 106">
            <a:extLst>
              <a:ext uri="{FF2B5EF4-FFF2-40B4-BE49-F238E27FC236}">
                <a16:creationId xmlns:a16="http://schemas.microsoft.com/office/drawing/2014/main" id="{70C8FB5B-C182-6446-87F0-29702087F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189" y="6611076"/>
            <a:ext cx="59293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IL" sz="1200" dirty="0"/>
              <a:t>Slide from: Statistics for Managers Using Microsoft® Excel  4th Edition, 2004 Prentice-Hall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Line 2">
            <a:extLst>
              <a:ext uri="{FF2B5EF4-FFF2-40B4-BE49-F238E27FC236}">
                <a16:creationId xmlns:a16="http://schemas.microsoft.com/office/drawing/2014/main" id="{287C1FDF-AFD3-3B42-93DB-1DDE848AD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47" name="Oval 3">
            <a:extLst>
              <a:ext uri="{FF2B5EF4-FFF2-40B4-BE49-F238E27FC236}">
                <a16:creationId xmlns:a16="http://schemas.microsoft.com/office/drawing/2014/main" id="{BD17E5E5-BB76-E94D-A6F0-2D9EFB5E826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910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48" name="Oval 4">
            <a:extLst>
              <a:ext uri="{FF2B5EF4-FFF2-40B4-BE49-F238E27FC236}">
                <a16:creationId xmlns:a16="http://schemas.microsoft.com/office/drawing/2014/main" id="{85DF5358-5DF0-AE44-89C1-B26B003A3C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49" name="Oval 5">
            <a:extLst>
              <a:ext uri="{FF2B5EF4-FFF2-40B4-BE49-F238E27FC236}">
                <a16:creationId xmlns:a16="http://schemas.microsoft.com/office/drawing/2014/main" id="{AB75120B-3A4F-8140-BDB2-EF20A16A1B1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0" name="Oval 6">
            <a:extLst>
              <a:ext uri="{FF2B5EF4-FFF2-40B4-BE49-F238E27FC236}">
                <a16:creationId xmlns:a16="http://schemas.microsoft.com/office/drawing/2014/main" id="{83F37355-9F0B-1B4A-A32E-6BCF092E9E7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1" name="Oval 7">
            <a:extLst>
              <a:ext uri="{FF2B5EF4-FFF2-40B4-BE49-F238E27FC236}">
                <a16:creationId xmlns:a16="http://schemas.microsoft.com/office/drawing/2014/main" id="{BC5F4DFC-F925-1144-8D9B-134014F33C0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2" name="Oval 8">
            <a:extLst>
              <a:ext uri="{FF2B5EF4-FFF2-40B4-BE49-F238E27FC236}">
                <a16:creationId xmlns:a16="http://schemas.microsoft.com/office/drawing/2014/main" id="{0796D6B3-CD8D-F343-88AD-4B381C1FA00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3" name="Oval 9">
            <a:extLst>
              <a:ext uri="{FF2B5EF4-FFF2-40B4-BE49-F238E27FC236}">
                <a16:creationId xmlns:a16="http://schemas.microsoft.com/office/drawing/2014/main" id="{8C998D06-AE09-9148-9300-8D5BEAB29B1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4" name="Oval 10">
            <a:extLst>
              <a:ext uri="{FF2B5EF4-FFF2-40B4-BE49-F238E27FC236}">
                <a16:creationId xmlns:a16="http://schemas.microsoft.com/office/drawing/2014/main" id="{D61101AF-54A1-4E4E-A4BD-F8D4216486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5" name="Oval 11">
            <a:extLst>
              <a:ext uri="{FF2B5EF4-FFF2-40B4-BE49-F238E27FC236}">
                <a16:creationId xmlns:a16="http://schemas.microsoft.com/office/drawing/2014/main" id="{D8748707-46F8-FE48-9A80-CE2E1748E6F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6" name="Oval 12">
            <a:extLst>
              <a:ext uri="{FF2B5EF4-FFF2-40B4-BE49-F238E27FC236}">
                <a16:creationId xmlns:a16="http://schemas.microsoft.com/office/drawing/2014/main" id="{3F9831CF-3C3E-3F4F-9720-D3ACD7304BA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3528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0157" name="Oval 13">
            <a:extLst>
              <a:ext uri="{FF2B5EF4-FFF2-40B4-BE49-F238E27FC236}">
                <a16:creationId xmlns:a16="http://schemas.microsoft.com/office/drawing/2014/main" id="{A2FB4C2F-D870-A74D-9329-B08A856A31E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8" name="Oval 14">
            <a:extLst>
              <a:ext uri="{FF2B5EF4-FFF2-40B4-BE49-F238E27FC236}">
                <a16:creationId xmlns:a16="http://schemas.microsoft.com/office/drawing/2014/main" id="{E989668C-DC42-9D45-B991-A9618BC9192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59" name="Oval 15">
            <a:extLst>
              <a:ext uri="{FF2B5EF4-FFF2-40B4-BE49-F238E27FC236}">
                <a16:creationId xmlns:a16="http://schemas.microsoft.com/office/drawing/2014/main" id="{99F553D8-F550-BC44-B952-59B9C5A5C9D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0" name="Text Box 16">
            <a:extLst>
              <a:ext uri="{FF2B5EF4-FFF2-40B4-BE49-F238E27FC236}">
                <a16:creationId xmlns:a16="http://schemas.microsoft.com/office/drawing/2014/main" id="{03EDC74E-3308-C246-8506-5593F31CA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61" name="Line 17">
            <a:extLst>
              <a:ext uri="{FF2B5EF4-FFF2-40B4-BE49-F238E27FC236}">
                <a16:creationId xmlns:a16="http://schemas.microsoft.com/office/drawing/2014/main" id="{26653B5C-A04E-4F4E-BD80-85C682535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2" name="Text Box 18">
            <a:extLst>
              <a:ext uri="{FF2B5EF4-FFF2-40B4-BE49-F238E27FC236}">
                <a16:creationId xmlns:a16="http://schemas.microsoft.com/office/drawing/2014/main" id="{848CFA61-72AF-BE42-84EC-FF2292CFA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163" name="Line 19">
            <a:extLst>
              <a:ext uri="{FF2B5EF4-FFF2-40B4-BE49-F238E27FC236}">
                <a16:creationId xmlns:a16="http://schemas.microsoft.com/office/drawing/2014/main" id="{A2BAC75B-EFD5-444C-BCC1-57A1DD46AF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4" name="Oval 20">
            <a:extLst>
              <a:ext uri="{FF2B5EF4-FFF2-40B4-BE49-F238E27FC236}">
                <a16:creationId xmlns:a16="http://schemas.microsoft.com/office/drawing/2014/main" id="{7897E562-A3E1-DF40-AB09-B8CED4D897C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5" name="Oval 21">
            <a:extLst>
              <a:ext uri="{FF2B5EF4-FFF2-40B4-BE49-F238E27FC236}">
                <a16:creationId xmlns:a16="http://schemas.microsoft.com/office/drawing/2014/main" id="{EBB2436D-9373-804B-96DE-7B2FA4415B0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6" name="Oval 22">
            <a:extLst>
              <a:ext uri="{FF2B5EF4-FFF2-40B4-BE49-F238E27FC236}">
                <a16:creationId xmlns:a16="http://schemas.microsoft.com/office/drawing/2014/main" id="{A6ACF349-9FD6-834C-85F5-7B928EC642B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7" name="Oval 23">
            <a:extLst>
              <a:ext uri="{FF2B5EF4-FFF2-40B4-BE49-F238E27FC236}">
                <a16:creationId xmlns:a16="http://schemas.microsoft.com/office/drawing/2014/main" id="{577EECD3-A7BC-F34F-B3F3-BF2AE59BB23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8" name="Oval 24">
            <a:extLst>
              <a:ext uri="{FF2B5EF4-FFF2-40B4-BE49-F238E27FC236}">
                <a16:creationId xmlns:a16="http://schemas.microsoft.com/office/drawing/2014/main" id="{6FCA9A54-FCDB-CE44-8D4C-34FCFA86470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69" name="Oval 25">
            <a:extLst>
              <a:ext uri="{FF2B5EF4-FFF2-40B4-BE49-F238E27FC236}">
                <a16:creationId xmlns:a16="http://schemas.microsoft.com/office/drawing/2014/main" id="{C9A81C6C-1681-5B43-91AF-C079CCFC704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19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0" name="Oval 26">
            <a:extLst>
              <a:ext uri="{FF2B5EF4-FFF2-40B4-BE49-F238E27FC236}">
                <a16:creationId xmlns:a16="http://schemas.microsoft.com/office/drawing/2014/main" id="{8C3025EF-753A-6648-8966-E0447359CAF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1" name="Oval 27">
            <a:extLst>
              <a:ext uri="{FF2B5EF4-FFF2-40B4-BE49-F238E27FC236}">
                <a16:creationId xmlns:a16="http://schemas.microsoft.com/office/drawing/2014/main" id="{2361E5F7-50AA-C548-8FE2-D4A9220A86E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2" name="Oval 28">
            <a:extLst>
              <a:ext uri="{FF2B5EF4-FFF2-40B4-BE49-F238E27FC236}">
                <a16:creationId xmlns:a16="http://schemas.microsoft.com/office/drawing/2014/main" id="{AD11112C-FE84-8649-86ED-8E02B0B8E80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7338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3" name="Oval 29">
            <a:extLst>
              <a:ext uri="{FF2B5EF4-FFF2-40B4-BE49-F238E27FC236}">
                <a16:creationId xmlns:a16="http://schemas.microsoft.com/office/drawing/2014/main" id="{85C4C72A-58BD-1446-AAA5-F22874B2DEB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4" name="Oval 30">
            <a:extLst>
              <a:ext uri="{FF2B5EF4-FFF2-40B4-BE49-F238E27FC236}">
                <a16:creationId xmlns:a16="http://schemas.microsoft.com/office/drawing/2014/main" id="{562C38F3-AEC6-D74E-89FB-57414D1CF9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5" name="Oval 31">
            <a:extLst>
              <a:ext uri="{FF2B5EF4-FFF2-40B4-BE49-F238E27FC236}">
                <a16:creationId xmlns:a16="http://schemas.microsoft.com/office/drawing/2014/main" id="{37B37EFE-5E33-BA45-8DDD-14C5F9C224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0176" name="Oval 32">
            <a:extLst>
              <a:ext uri="{FF2B5EF4-FFF2-40B4-BE49-F238E27FC236}">
                <a16:creationId xmlns:a16="http://schemas.microsoft.com/office/drawing/2014/main" id="{D310FDE6-A86E-4B41-B9FE-6A5267419A7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7" name="Oval 33">
            <a:extLst>
              <a:ext uri="{FF2B5EF4-FFF2-40B4-BE49-F238E27FC236}">
                <a16:creationId xmlns:a16="http://schemas.microsoft.com/office/drawing/2014/main" id="{86590F67-2AA3-DE48-A59C-51B174E72CF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8" name="Oval 34">
            <a:extLst>
              <a:ext uri="{FF2B5EF4-FFF2-40B4-BE49-F238E27FC236}">
                <a16:creationId xmlns:a16="http://schemas.microsoft.com/office/drawing/2014/main" id="{19CE7AF0-DC84-6F4C-9AF5-9EF8CF34BBA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79" name="Text Box 35">
            <a:extLst>
              <a:ext uri="{FF2B5EF4-FFF2-40B4-BE49-F238E27FC236}">
                <a16:creationId xmlns:a16="http://schemas.microsoft.com/office/drawing/2014/main" id="{CD969268-51A3-3E4E-A23A-4875BF08A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80" name="Line 36">
            <a:extLst>
              <a:ext uri="{FF2B5EF4-FFF2-40B4-BE49-F238E27FC236}">
                <a16:creationId xmlns:a16="http://schemas.microsoft.com/office/drawing/2014/main" id="{7FB1FBDB-B452-3542-9680-021F9F1C2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1" name="Oval 37">
            <a:extLst>
              <a:ext uri="{FF2B5EF4-FFF2-40B4-BE49-F238E27FC236}">
                <a16:creationId xmlns:a16="http://schemas.microsoft.com/office/drawing/2014/main" id="{BC23A0D0-02E7-614E-88ED-D8DE419FF90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2" name="Text Box 38">
            <a:extLst>
              <a:ext uri="{FF2B5EF4-FFF2-40B4-BE49-F238E27FC236}">
                <a16:creationId xmlns:a16="http://schemas.microsoft.com/office/drawing/2014/main" id="{AD08CAFC-52C6-8B41-8620-3D1E25770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183" name="Rectangle 39">
            <a:extLst>
              <a:ext uri="{FF2B5EF4-FFF2-40B4-BE49-F238E27FC236}">
                <a16:creationId xmlns:a16="http://schemas.microsoft.com/office/drawing/2014/main" id="{F2AEAE0B-CAB4-D84E-BA4F-B239723FF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/>
          </a:p>
        </p:txBody>
      </p:sp>
      <p:sp>
        <p:nvSpPr>
          <p:cNvPr id="1030184" name="Line 40">
            <a:extLst>
              <a:ext uri="{FF2B5EF4-FFF2-40B4-BE49-F238E27FC236}">
                <a16:creationId xmlns:a16="http://schemas.microsoft.com/office/drawing/2014/main" id="{CC1CBC10-E031-5249-A7AE-79FDFDCAC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5" name="Oval 41">
            <a:extLst>
              <a:ext uri="{FF2B5EF4-FFF2-40B4-BE49-F238E27FC236}">
                <a16:creationId xmlns:a16="http://schemas.microsoft.com/office/drawing/2014/main" id="{7566DD1C-3110-E646-80E0-A51F80B5516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6" name="Oval 42">
            <a:extLst>
              <a:ext uri="{FF2B5EF4-FFF2-40B4-BE49-F238E27FC236}">
                <a16:creationId xmlns:a16="http://schemas.microsoft.com/office/drawing/2014/main" id="{73D6B666-FD0E-D842-8B63-5F6C345D76C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8486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7" name="Oval 43">
            <a:extLst>
              <a:ext uri="{FF2B5EF4-FFF2-40B4-BE49-F238E27FC236}">
                <a16:creationId xmlns:a16="http://schemas.microsoft.com/office/drawing/2014/main" id="{B9831F52-38B3-BD4F-BF8D-1A512601602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495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8" name="Oval 44">
            <a:extLst>
              <a:ext uri="{FF2B5EF4-FFF2-40B4-BE49-F238E27FC236}">
                <a16:creationId xmlns:a16="http://schemas.microsoft.com/office/drawing/2014/main" id="{D0FBB5FC-1BE0-6541-8476-21074807637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964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89" name="Oval 45">
            <a:extLst>
              <a:ext uri="{FF2B5EF4-FFF2-40B4-BE49-F238E27FC236}">
                <a16:creationId xmlns:a16="http://schemas.microsoft.com/office/drawing/2014/main" id="{EDA1EEDE-6E70-0347-87F8-216EFD7E81D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0" name="Oval 46">
            <a:extLst>
              <a:ext uri="{FF2B5EF4-FFF2-40B4-BE49-F238E27FC236}">
                <a16:creationId xmlns:a16="http://schemas.microsoft.com/office/drawing/2014/main" id="{B4027589-C816-A64B-9509-CAA6EF5493A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916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1" name="Oval 47">
            <a:extLst>
              <a:ext uri="{FF2B5EF4-FFF2-40B4-BE49-F238E27FC236}">
                <a16:creationId xmlns:a16="http://schemas.microsoft.com/office/drawing/2014/main" id="{A9164C11-A4AC-0C40-B3F9-350640B1599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2" name="Oval 48">
            <a:extLst>
              <a:ext uri="{FF2B5EF4-FFF2-40B4-BE49-F238E27FC236}">
                <a16:creationId xmlns:a16="http://schemas.microsoft.com/office/drawing/2014/main" id="{30D1B8AC-B8DE-2A42-A76F-F577F32737E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3" name="Oval 49">
            <a:extLst>
              <a:ext uri="{FF2B5EF4-FFF2-40B4-BE49-F238E27FC236}">
                <a16:creationId xmlns:a16="http://schemas.microsoft.com/office/drawing/2014/main" id="{A196F28A-C07E-374B-A2A3-989890C3573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4" name="Oval 50">
            <a:extLst>
              <a:ext uri="{FF2B5EF4-FFF2-40B4-BE49-F238E27FC236}">
                <a16:creationId xmlns:a16="http://schemas.microsoft.com/office/drawing/2014/main" id="{E230D565-3FCD-934E-A55C-6197DABA196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0195" name="Oval 51">
            <a:extLst>
              <a:ext uri="{FF2B5EF4-FFF2-40B4-BE49-F238E27FC236}">
                <a16:creationId xmlns:a16="http://schemas.microsoft.com/office/drawing/2014/main" id="{E7DF81F3-45FB-2140-BE31-D437820669C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6" name="Oval 52">
            <a:extLst>
              <a:ext uri="{FF2B5EF4-FFF2-40B4-BE49-F238E27FC236}">
                <a16:creationId xmlns:a16="http://schemas.microsoft.com/office/drawing/2014/main" id="{C38AAD25-BAF0-F54C-B149-FDBB99A033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7" name="Oval 53">
            <a:extLst>
              <a:ext uri="{FF2B5EF4-FFF2-40B4-BE49-F238E27FC236}">
                <a16:creationId xmlns:a16="http://schemas.microsoft.com/office/drawing/2014/main" id="{2E8242DA-97F4-A945-9EC4-13C3757C68F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198" name="Text Box 54">
            <a:extLst>
              <a:ext uri="{FF2B5EF4-FFF2-40B4-BE49-F238E27FC236}">
                <a16:creationId xmlns:a16="http://schemas.microsoft.com/office/drawing/2014/main" id="{32159E8F-C1CC-D549-A994-7845BA93A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99" name="Line 55">
            <a:extLst>
              <a:ext uri="{FF2B5EF4-FFF2-40B4-BE49-F238E27FC236}">
                <a16:creationId xmlns:a16="http://schemas.microsoft.com/office/drawing/2014/main" id="{F066FF4E-2FFF-6944-9F67-9E2E28608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0" name="Line 56">
            <a:extLst>
              <a:ext uri="{FF2B5EF4-FFF2-40B4-BE49-F238E27FC236}">
                <a16:creationId xmlns:a16="http://schemas.microsoft.com/office/drawing/2014/main" id="{E8A5642E-4E9B-7144-9552-3693E5D3D0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1" name="Oval 57">
            <a:extLst>
              <a:ext uri="{FF2B5EF4-FFF2-40B4-BE49-F238E27FC236}">
                <a16:creationId xmlns:a16="http://schemas.microsoft.com/office/drawing/2014/main" id="{048416CB-E5CD-B04A-AEA7-FBAEFFD115E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2" name="Oval 58">
            <a:extLst>
              <a:ext uri="{FF2B5EF4-FFF2-40B4-BE49-F238E27FC236}">
                <a16:creationId xmlns:a16="http://schemas.microsoft.com/office/drawing/2014/main" id="{E32CE743-6A62-AD4A-A288-94275F37D6A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3" name="Oval 59">
            <a:extLst>
              <a:ext uri="{FF2B5EF4-FFF2-40B4-BE49-F238E27FC236}">
                <a16:creationId xmlns:a16="http://schemas.microsoft.com/office/drawing/2014/main" id="{1A6B71F2-A6B4-B84A-B471-9170200FC93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4" name="Oval 60">
            <a:extLst>
              <a:ext uri="{FF2B5EF4-FFF2-40B4-BE49-F238E27FC236}">
                <a16:creationId xmlns:a16="http://schemas.microsoft.com/office/drawing/2014/main" id="{32390C9C-FCB0-2842-9B2F-FE7BAA3BE97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5" name="Oval 61">
            <a:extLst>
              <a:ext uri="{FF2B5EF4-FFF2-40B4-BE49-F238E27FC236}">
                <a16:creationId xmlns:a16="http://schemas.microsoft.com/office/drawing/2014/main" id="{F05D8355-9C61-0146-828F-693087B84F2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6" name="Oval 62">
            <a:extLst>
              <a:ext uri="{FF2B5EF4-FFF2-40B4-BE49-F238E27FC236}">
                <a16:creationId xmlns:a16="http://schemas.microsoft.com/office/drawing/2014/main" id="{7B4E3471-E378-A64D-881D-2FFF7CA3981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7" name="Oval 63">
            <a:extLst>
              <a:ext uri="{FF2B5EF4-FFF2-40B4-BE49-F238E27FC236}">
                <a16:creationId xmlns:a16="http://schemas.microsoft.com/office/drawing/2014/main" id="{780FA86A-343F-E541-8C81-8FB9B385C12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8" name="Oval 64">
            <a:extLst>
              <a:ext uri="{FF2B5EF4-FFF2-40B4-BE49-F238E27FC236}">
                <a16:creationId xmlns:a16="http://schemas.microsoft.com/office/drawing/2014/main" id="{B27A9214-A9F9-E943-9709-4C9A80F7E9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743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09" name="Oval 65">
            <a:extLst>
              <a:ext uri="{FF2B5EF4-FFF2-40B4-BE49-F238E27FC236}">
                <a16:creationId xmlns:a16="http://schemas.microsoft.com/office/drawing/2014/main" id="{44CBE6E6-6005-C646-A42B-7220E6B7AA7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0" name="Oval 66">
            <a:extLst>
              <a:ext uri="{FF2B5EF4-FFF2-40B4-BE49-F238E27FC236}">
                <a16:creationId xmlns:a16="http://schemas.microsoft.com/office/drawing/2014/main" id="{EE2023FA-0936-1845-93D3-98192150887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1" name="Oval 67">
            <a:extLst>
              <a:ext uri="{FF2B5EF4-FFF2-40B4-BE49-F238E27FC236}">
                <a16:creationId xmlns:a16="http://schemas.microsoft.com/office/drawing/2014/main" id="{B5B2787A-5C64-614B-83B0-A89207010F6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2" name="Oval 68">
            <a:extLst>
              <a:ext uri="{FF2B5EF4-FFF2-40B4-BE49-F238E27FC236}">
                <a16:creationId xmlns:a16="http://schemas.microsoft.com/office/drawing/2014/main" id="{C48B0197-3C23-AC42-91F7-79797A36CDE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0213" name="Oval 69">
            <a:extLst>
              <a:ext uri="{FF2B5EF4-FFF2-40B4-BE49-F238E27FC236}">
                <a16:creationId xmlns:a16="http://schemas.microsoft.com/office/drawing/2014/main" id="{60597279-828D-9947-89B4-094A27ECD03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4" name="Oval 70">
            <a:extLst>
              <a:ext uri="{FF2B5EF4-FFF2-40B4-BE49-F238E27FC236}">
                <a16:creationId xmlns:a16="http://schemas.microsoft.com/office/drawing/2014/main" id="{F640EAD2-96C7-8E4B-B60B-454277506E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5" name="Oval 71">
            <a:extLst>
              <a:ext uri="{FF2B5EF4-FFF2-40B4-BE49-F238E27FC236}">
                <a16:creationId xmlns:a16="http://schemas.microsoft.com/office/drawing/2014/main" id="{0494C7E8-D545-8847-AE83-58D18404A06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6" name="Text Box 72">
            <a:extLst>
              <a:ext uri="{FF2B5EF4-FFF2-40B4-BE49-F238E27FC236}">
                <a16:creationId xmlns:a16="http://schemas.microsoft.com/office/drawing/2014/main" id="{66460463-B4B4-1441-BB18-5184ABBDB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217" name="Line 73">
            <a:extLst>
              <a:ext uri="{FF2B5EF4-FFF2-40B4-BE49-F238E27FC236}">
                <a16:creationId xmlns:a16="http://schemas.microsoft.com/office/drawing/2014/main" id="{408991C3-AE0E-4146-BA6C-76782F1DF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8" name="Oval 74">
            <a:extLst>
              <a:ext uri="{FF2B5EF4-FFF2-40B4-BE49-F238E27FC236}">
                <a16:creationId xmlns:a16="http://schemas.microsoft.com/office/drawing/2014/main" id="{D3C4B3C9-6DD1-D049-9844-675473320C5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448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0219" name="Text Box 75">
            <a:extLst>
              <a:ext uri="{FF2B5EF4-FFF2-40B4-BE49-F238E27FC236}">
                <a16:creationId xmlns:a16="http://schemas.microsoft.com/office/drawing/2014/main" id="{19344709-2A8D-CB43-BABE-AB8CA137B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220" name="Text Box 76">
            <a:extLst>
              <a:ext uri="{FF2B5EF4-FFF2-40B4-BE49-F238E27FC236}">
                <a16:creationId xmlns:a16="http://schemas.microsoft.com/office/drawing/2014/main" id="{EC12DAB3-9ABC-F64D-A285-C5A72B375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221" name="Text Box 77">
            <a:extLst>
              <a:ext uri="{FF2B5EF4-FFF2-40B4-BE49-F238E27FC236}">
                <a16:creationId xmlns:a16="http://schemas.microsoft.com/office/drawing/2014/main" id="{B64D2995-F375-6442-B980-561142EFD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030222" name="Text Box 78">
            <a:extLst>
              <a:ext uri="{FF2B5EF4-FFF2-40B4-BE49-F238E27FC236}">
                <a16:creationId xmlns:a16="http://schemas.microsoft.com/office/drawing/2014/main" id="{F49EBC07-48B0-D649-AD4D-A24E1BAA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76401"/>
            <a:ext cx="32004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Curvilinear relationships</a:t>
            </a:r>
          </a:p>
        </p:txBody>
      </p:sp>
      <p:sp>
        <p:nvSpPr>
          <p:cNvPr id="1030223" name="Line 79">
            <a:extLst>
              <a:ext uri="{FF2B5EF4-FFF2-40B4-BE49-F238E27FC236}">
                <a16:creationId xmlns:a16="http://schemas.microsoft.com/office/drawing/2014/main" id="{17FA6CB7-E087-CF48-BF5D-63FD2B9C2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0224" name="Line 80">
            <a:extLst>
              <a:ext uri="{FF2B5EF4-FFF2-40B4-BE49-F238E27FC236}">
                <a16:creationId xmlns:a16="http://schemas.microsoft.com/office/drawing/2014/main" id="{B8841154-1832-C349-BCB4-C2ECE86D57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2590800"/>
            <a:ext cx="2362200" cy="1143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0225" name="Line 81">
            <a:extLst>
              <a:ext uri="{FF2B5EF4-FFF2-40B4-BE49-F238E27FC236}">
                <a16:creationId xmlns:a16="http://schemas.microsoft.com/office/drawing/2014/main" id="{043F8FF4-8412-5F4E-B498-BF827EECE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8288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0226" name="Freeform 82">
            <a:extLst>
              <a:ext uri="{FF2B5EF4-FFF2-40B4-BE49-F238E27FC236}">
                <a16:creationId xmlns:a16="http://schemas.microsoft.com/office/drawing/2014/main" id="{501B895A-8F61-2B49-8F6E-169E92A00270}"/>
              </a:ext>
            </a:extLst>
          </p:cNvPr>
          <p:cNvSpPr>
            <a:spLocks/>
          </p:cNvSpPr>
          <p:nvPr/>
        </p:nvSpPr>
        <p:spPr bwMode="auto">
          <a:xfrm>
            <a:off x="7620000" y="2692400"/>
            <a:ext cx="2209800" cy="1117600"/>
          </a:xfrm>
          <a:custGeom>
            <a:avLst/>
            <a:gdLst>
              <a:gd name="T0" fmla="*/ 0 w 1392"/>
              <a:gd name="T1" fmla="*/ 704 h 704"/>
              <a:gd name="T2" fmla="*/ 720 w 1392"/>
              <a:gd name="T3" fmla="*/ 32 h 704"/>
              <a:gd name="T4" fmla="*/ 1392 w 1392"/>
              <a:gd name="T5" fmla="*/ 512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2" h="704">
                <a:moveTo>
                  <a:pt x="0" y="704"/>
                </a:moveTo>
                <a:cubicBezTo>
                  <a:pt x="244" y="384"/>
                  <a:pt x="488" y="64"/>
                  <a:pt x="720" y="32"/>
                </a:cubicBezTo>
                <a:cubicBezTo>
                  <a:pt x="952" y="0"/>
                  <a:pt x="1172" y="256"/>
                  <a:pt x="1392" y="51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0227" name="Freeform 83">
            <a:extLst>
              <a:ext uri="{FF2B5EF4-FFF2-40B4-BE49-F238E27FC236}">
                <a16:creationId xmlns:a16="http://schemas.microsoft.com/office/drawing/2014/main" id="{635F924E-BE96-8E45-86A2-841EE5EFA31B}"/>
              </a:ext>
            </a:extLst>
          </p:cNvPr>
          <p:cNvSpPr>
            <a:spLocks/>
          </p:cNvSpPr>
          <p:nvPr/>
        </p:nvSpPr>
        <p:spPr bwMode="auto">
          <a:xfrm>
            <a:off x="7620000" y="4419600"/>
            <a:ext cx="1828800" cy="1447800"/>
          </a:xfrm>
          <a:custGeom>
            <a:avLst/>
            <a:gdLst>
              <a:gd name="T0" fmla="*/ 0 w 1152"/>
              <a:gd name="T1" fmla="*/ 912 h 912"/>
              <a:gd name="T2" fmla="*/ 816 w 1152"/>
              <a:gd name="T3" fmla="*/ 624 h 912"/>
              <a:gd name="T4" fmla="*/ 1152 w 1152"/>
              <a:gd name="T5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912">
                <a:moveTo>
                  <a:pt x="0" y="912"/>
                </a:moveTo>
                <a:cubicBezTo>
                  <a:pt x="312" y="844"/>
                  <a:pt x="624" y="776"/>
                  <a:pt x="816" y="624"/>
                </a:cubicBezTo>
                <a:cubicBezTo>
                  <a:pt x="1008" y="472"/>
                  <a:pt x="1080" y="236"/>
                  <a:pt x="115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0228" name="Rectangle 84">
            <a:extLst>
              <a:ext uri="{FF2B5EF4-FFF2-40B4-BE49-F238E27FC236}">
                <a16:creationId xmlns:a16="http://schemas.microsoft.com/office/drawing/2014/main" id="{A79B7019-3268-1A45-9140-BAE32E629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Linear Correlation</a:t>
            </a:r>
          </a:p>
        </p:txBody>
      </p:sp>
      <p:sp>
        <p:nvSpPr>
          <p:cNvPr id="1030229" name="Rectangle 85">
            <a:extLst>
              <a:ext uri="{FF2B5EF4-FFF2-40B4-BE49-F238E27FC236}">
                <a16:creationId xmlns:a16="http://schemas.microsoft.com/office/drawing/2014/main" id="{F7EB656B-EFEB-AF48-A410-05A5CCFBA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510338"/>
            <a:ext cx="7854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IL" sz="1600"/>
              <a:t>Slide from: Statistics for Managers Using Microsoft® Excel  4th Edition, 2004 Prentice-Hall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Line 2">
            <a:extLst>
              <a:ext uri="{FF2B5EF4-FFF2-40B4-BE49-F238E27FC236}">
                <a16:creationId xmlns:a16="http://schemas.microsoft.com/office/drawing/2014/main" id="{FEF954FE-47C8-0348-8097-F5D6EDD0C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1" name="Oval 3">
            <a:extLst>
              <a:ext uri="{FF2B5EF4-FFF2-40B4-BE49-F238E27FC236}">
                <a16:creationId xmlns:a16="http://schemas.microsoft.com/office/drawing/2014/main" id="{3056D7C7-FF28-BB46-B288-F6C8B4ABA01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267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2" name="Oval 4">
            <a:extLst>
              <a:ext uri="{FF2B5EF4-FFF2-40B4-BE49-F238E27FC236}">
                <a16:creationId xmlns:a16="http://schemas.microsoft.com/office/drawing/2014/main" id="{7792D8B8-000B-244D-95F8-F03B07B72F2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3" name="Oval 5">
            <a:extLst>
              <a:ext uri="{FF2B5EF4-FFF2-40B4-BE49-F238E27FC236}">
                <a16:creationId xmlns:a16="http://schemas.microsoft.com/office/drawing/2014/main" id="{BCC09707-10E9-734B-A5C6-50BAEAC4818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4" name="Oval 6">
            <a:extLst>
              <a:ext uri="{FF2B5EF4-FFF2-40B4-BE49-F238E27FC236}">
                <a16:creationId xmlns:a16="http://schemas.microsoft.com/office/drawing/2014/main" id="{BC85D64C-C3C9-FF46-87EC-3862ECB29EE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5" name="Oval 7">
            <a:extLst>
              <a:ext uri="{FF2B5EF4-FFF2-40B4-BE49-F238E27FC236}">
                <a16:creationId xmlns:a16="http://schemas.microsoft.com/office/drawing/2014/main" id="{44D1F216-7F5F-E544-9A98-743B002D5E3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6" name="Oval 8">
            <a:extLst>
              <a:ext uri="{FF2B5EF4-FFF2-40B4-BE49-F238E27FC236}">
                <a16:creationId xmlns:a16="http://schemas.microsoft.com/office/drawing/2014/main" id="{D36F4859-5243-A249-9CAF-E9A0F0A1373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7" name="Oval 9">
            <a:extLst>
              <a:ext uri="{FF2B5EF4-FFF2-40B4-BE49-F238E27FC236}">
                <a16:creationId xmlns:a16="http://schemas.microsoft.com/office/drawing/2014/main" id="{A36E1B2F-4C48-174C-992E-F5E7D3C40EE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8" name="Oval 10">
            <a:extLst>
              <a:ext uri="{FF2B5EF4-FFF2-40B4-BE49-F238E27FC236}">
                <a16:creationId xmlns:a16="http://schemas.microsoft.com/office/drawing/2014/main" id="{5C640AFD-1B4E-F348-9278-DC11429821B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79" name="Oval 11">
            <a:extLst>
              <a:ext uri="{FF2B5EF4-FFF2-40B4-BE49-F238E27FC236}">
                <a16:creationId xmlns:a16="http://schemas.microsoft.com/office/drawing/2014/main" id="{D96BDB12-D2C4-6E43-A2BB-921F65275F2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0" name="Oval 12">
            <a:extLst>
              <a:ext uri="{FF2B5EF4-FFF2-40B4-BE49-F238E27FC236}">
                <a16:creationId xmlns:a16="http://schemas.microsoft.com/office/drawing/2014/main" id="{BBF39D52-1734-E447-B814-70AAC4BC094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1181" name="Oval 13">
            <a:extLst>
              <a:ext uri="{FF2B5EF4-FFF2-40B4-BE49-F238E27FC236}">
                <a16:creationId xmlns:a16="http://schemas.microsoft.com/office/drawing/2014/main" id="{EAFA1DE9-8579-E94D-82EA-E5C5B561C17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2" name="Oval 14">
            <a:extLst>
              <a:ext uri="{FF2B5EF4-FFF2-40B4-BE49-F238E27FC236}">
                <a16:creationId xmlns:a16="http://schemas.microsoft.com/office/drawing/2014/main" id="{5008990F-908A-C145-A6F3-0B9081CB589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3" name="Oval 15">
            <a:extLst>
              <a:ext uri="{FF2B5EF4-FFF2-40B4-BE49-F238E27FC236}">
                <a16:creationId xmlns:a16="http://schemas.microsoft.com/office/drawing/2014/main" id="{BDC4B1CF-CE39-AF44-B475-728BA1A66AE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4" name="Text Box 16">
            <a:extLst>
              <a:ext uri="{FF2B5EF4-FFF2-40B4-BE49-F238E27FC236}">
                <a16:creationId xmlns:a16="http://schemas.microsoft.com/office/drawing/2014/main" id="{B1A20A35-B854-6E4E-AFA8-A14A77293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185" name="Line 17">
            <a:extLst>
              <a:ext uri="{FF2B5EF4-FFF2-40B4-BE49-F238E27FC236}">
                <a16:creationId xmlns:a16="http://schemas.microsoft.com/office/drawing/2014/main" id="{E6BC3AEA-F605-1B42-A31A-BA342D79D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6" name="Text Box 18">
            <a:extLst>
              <a:ext uri="{FF2B5EF4-FFF2-40B4-BE49-F238E27FC236}">
                <a16:creationId xmlns:a16="http://schemas.microsoft.com/office/drawing/2014/main" id="{5EE6B588-5276-254D-8585-B1750FB42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187" name="Line 19">
            <a:extLst>
              <a:ext uri="{FF2B5EF4-FFF2-40B4-BE49-F238E27FC236}">
                <a16:creationId xmlns:a16="http://schemas.microsoft.com/office/drawing/2014/main" id="{DA4F7637-C9FF-AD41-9C20-EDB8A2083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8" name="Oval 20">
            <a:extLst>
              <a:ext uri="{FF2B5EF4-FFF2-40B4-BE49-F238E27FC236}">
                <a16:creationId xmlns:a16="http://schemas.microsoft.com/office/drawing/2014/main" id="{83A81BC6-3AD2-C94F-BDB4-1EC7461CE3F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89" name="Oval 21">
            <a:extLst>
              <a:ext uri="{FF2B5EF4-FFF2-40B4-BE49-F238E27FC236}">
                <a16:creationId xmlns:a16="http://schemas.microsoft.com/office/drawing/2014/main" id="{698C3A83-C297-EA43-B573-6090DC7AD13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0" name="Oval 22">
            <a:extLst>
              <a:ext uri="{FF2B5EF4-FFF2-40B4-BE49-F238E27FC236}">
                <a16:creationId xmlns:a16="http://schemas.microsoft.com/office/drawing/2014/main" id="{DC67F85C-506C-654B-8D40-53A73D474C2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1" name="Oval 23">
            <a:extLst>
              <a:ext uri="{FF2B5EF4-FFF2-40B4-BE49-F238E27FC236}">
                <a16:creationId xmlns:a16="http://schemas.microsoft.com/office/drawing/2014/main" id="{AD4BDEEE-E87C-9242-8EFD-646402682C1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2" name="Oval 24">
            <a:extLst>
              <a:ext uri="{FF2B5EF4-FFF2-40B4-BE49-F238E27FC236}">
                <a16:creationId xmlns:a16="http://schemas.microsoft.com/office/drawing/2014/main" id="{DAEDF589-B709-254E-8E43-403D963494E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3" name="Oval 25">
            <a:extLst>
              <a:ext uri="{FF2B5EF4-FFF2-40B4-BE49-F238E27FC236}">
                <a16:creationId xmlns:a16="http://schemas.microsoft.com/office/drawing/2014/main" id="{938EE088-3BB4-CE45-9639-FA5FDB49898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4" name="Oval 26">
            <a:extLst>
              <a:ext uri="{FF2B5EF4-FFF2-40B4-BE49-F238E27FC236}">
                <a16:creationId xmlns:a16="http://schemas.microsoft.com/office/drawing/2014/main" id="{E592FB0C-2857-F940-9F28-6F5B258CE3F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5" name="Oval 27">
            <a:extLst>
              <a:ext uri="{FF2B5EF4-FFF2-40B4-BE49-F238E27FC236}">
                <a16:creationId xmlns:a16="http://schemas.microsoft.com/office/drawing/2014/main" id="{B016C3B4-83EA-A044-B2B1-325AB561805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6" name="Oval 28">
            <a:extLst>
              <a:ext uri="{FF2B5EF4-FFF2-40B4-BE49-F238E27FC236}">
                <a16:creationId xmlns:a16="http://schemas.microsoft.com/office/drawing/2014/main" id="{A7B45E94-C029-CA44-AC47-19D5AC4BA92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95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7" name="Oval 29">
            <a:extLst>
              <a:ext uri="{FF2B5EF4-FFF2-40B4-BE49-F238E27FC236}">
                <a16:creationId xmlns:a16="http://schemas.microsoft.com/office/drawing/2014/main" id="{5EDDD7B2-7FEE-5F4D-BB66-4356FFEBB6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8" name="Oval 30">
            <a:extLst>
              <a:ext uri="{FF2B5EF4-FFF2-40B4-BE49-F238E27FC236}">
                <a16:creationId xmlns:a16="http://schemas.microsoft.com/office/drawing/2014/main" id="{FF147B67-7169-4A49-B16A-7D66C6ED288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199" name="Oval 31">
            <a:extLst>
              <a:ext uri="{FF2B5EF4-FFF2-40B4-BE49-F238E27FC236}">
                <a16:creationId xmlns:a16="http://schemas.microsoft.com/office/drawing/2014/main" id="{CEE90985-5B45-2745-831A-B2D5318BAE8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1200" name="Oval 32">
            <a:extLst>
              <a:ext uri="{FF2B5EF4-FFF2-40B4-BE49-F238E27FC236}">
                <a16:creationId xmlns:a16="http://schemas.microsoft.com/office/drawing/2014/main" id="{3205AA7B-4212-404C-8F9C-2A5AE35A2B8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1" name="Oval 33">
            <a:extLst>
              <a:ext uri="{FF2B5EF4-FFF2-40B4-BE49-F238E27FC236}">
                <a16:creationId xmlns:a16="http://schemas.microsoft.com/office/drawing/2014/main" id="{380E72EF-EF15-1D4D-94A6-9DB66267F2E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2" name="Oval 34">
            <a:extLst>
              <a:ext uri="{FF2B5EF4-FFF2-40B4-BE49-F238E27FC236}">
                <a16:creationId xmlns:a16="http://schemas.microsoft.com/office/drawing/2014/main" id="{A8BE5192-6A38-484A-B987-70BD51694EC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3" name="Text Box 35">
            <a:extLst>
              <a:ext uri="{FF2B5EF4-FFF2-40B4-BE49-F238E27FC236}">
                <a16:creationId xmlns:a16="http://schemas.microsoft.com/office/drawing/2014/main" id="{B7B763F3-CA5F-5F40-8038-8A2AF87E0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04" name="Line 36">
            <a:extLst>
              <a:ext uri="{FF2B5EF4-FFF2-40B4-BE49-F238E27FC236}">
                <a16:creationId xmlns:a16="http://schemas.microsoft.com/office/drawing/2014/main" id="{AAD710D4-089C-0F42-962D-B0EEB78A7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5" name="Text Box 37">
            <a:extLst>
              <a:ext uri="{FF2B5EF4-FFF2-40B4-BE49-F238E27FC236}">
                <a16:creationId xmlns:a16="http://schemas.microsoft.com/office/drawing/2014/main" id="{13C59EA5-F318-0844-B343-E823A0FF7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06" name="Rectangle 38">
            <a:extLst>
              <a:ext uri="{FF2B5EF4-FFF2-40B4-BE49-F238E27FC236}">
                <a16:creationId xmlns:a16="http://schemas.microsoft.com/office/drawing/2014/main" id="{9A8C3653-83C2-2849-A47F-070C361C3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/>
          </a:p>
        </p:txBody>
      </p:sp>
      <p:sp>
        <p:nvSpPr>
          <p:cNvPr id="1031207" name="Line 39">
            <a:extLst>
              <a:ext uri="{FF2B5EF4-FFF2-40B4-BE49-F238E27FC236}">
                <a16:creationId xmlns:a16="http://schemas.microsoft.com/office/drawing/2014/main" id="{A103C7A8-ED32-394F-AC51-3923E3724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8" name="Oval 40">
            <a:extLst>
              <a:ext uri="{FF2B5EF4-FFF2-40B4-BE49-F238E27FC236}">
                <a16:creationId xmlns:a16="http://schemas.microsoft.com/office/drawing/2014/main" id="{2A014320-04E3-E442-B3E8-954EF4E255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09" name="Oval 41">
            <a:extLst>
              <a:ext uri="{FF2B5EF4-FFF2-40B4-BE49-F238E27FC236}">
                <a16:creationId xmlns:a16="http://schemas.microsoft.com/office/drawing/2014/main" id="{AA945E45-AB28-354B-B8BF-D882F87E380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0" name="Oval 42">
            <a:extLst>
              <a:ext uri="{FF2B5EF4-FFF2-40B4-BE49-F238E27FC236}">
                <a16:creationId xmlns:a16="http://schemas.microsoft.com/office/drawing/2014/main" id="{EE84B77B-0CED-8648-81DA-26CF3DEE2A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1" name="Oval 43">
            <a:extLst>
              <a:ext uri="{FF2B5EF4-FFF2-40B4-BE49-F238E27FC236}">
                <a16:creationId xmlns:a16="http://schemas.microsoft.com/office/drawing/2014/main" id="{8822BB03-3CD3-4244-8167-03E4D79A98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2" name="Oval 44">
            <a:extLst>
              <a:ext uri="{FF2B5EF4-FFF2-40B4-BE49-F238E27FC236}">
                <a16:creationId xmlns:a16="http://schemas.microsoft.com/office/drawing/2014/main" id="{55E46177-E0A8-6B4F-97BE-4FEDD7EE1FC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3" name="Oval 45">
            <a:extLst>
              <a:ext uri="{FF2B5EF4-FFF2-40B4-BE49-F238E27FC236}">
                <a16:creationId xmlns:a16="http://schemas.microsoft.com/office/drawing/2014/main" id="{073C453F-249D-9B4B-80C2-5A3D191CA1A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4" name="Oval 46">
            <a:extLst>
              <a:ext uri="{FF2B5EF4-FFF2-40B4-BE49-F238E27FC236}">
                <a16:creationId xmlns:a16="http://schemas.microsoft.com/office/drawing/2014/main" id="{D19997AD-0169-4D4B-9098-5FA4C08AC58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5" name="Oval 47">
            <a:extLst>
              <a:ext uri="{FF2B5EF4-FFF2-40B4-BE49-F238E27FC236}">
                <a16:creationId xmlns:a16="http://schemas.microsoft.com/office/drawing/2014/main" id="{956B610C-9619-0741-B62A-3F7165A08BD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630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6" name="Oval 48">
            <a:extLst>
              <a:ext uri="{FF2B5EF4-FFF2-40B4-BE49-F238E27FC236}">
                <a16:creationId xmlns:a16="http://schemas.microsoft.com/office/drawing/2014/main" id="{34869B34-B871-B947-B02F-8FB6FC58143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7" name="Oval 49">
            <a:extLst>
              <a:ext uri="{FF2B5EF4-FFF2-40B4-BE49-F238E27FC236}">
                <a16:creationId xmlns:a16="http://schemas.microsoft.com/office/drawing/2014/main" id="{E56B4213-9195-CD4D-9FE3-3708C21FCC2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1218" name="Oval 50">
            <a:extLst>
              <a:ext uri="{FF2B5EF4-FFF2-40B4-BE49-F238E27FC236}">
                <a16:creationId xmlns:a16="http://schemas.microsoft.com/office/drawing/2014/main" id="{0E46A232-6929-3B4F-92B7-2C0F9C5FAE4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678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19" name="Oval 51">
            <a:extLst>
              <a:ext uri="{FF2B5EF4-FFF2-40B4-BE49-F238E27FC236}">
                <a16:creationId xmlns:a16="http://schemas.microsoft.com/office/drawing/2014/main" id="{9E9D097F-CE9F-5444-90E1-B1D29A1DC7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0" name="Oval 52">
            <a:extLst>
              <a:ext uri="{FF2B5EF4-FFF2-40B4-BE49-F238E27FC236}">
                <a16:creationId xmlns:a16="http://schemas.microsoft.com/office/drawing/2014/main" id="{AF3C56FD-0529-5240-9166-9785165007B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05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1" name="Text Box 53">
            <a:extLst>
              <a:ext uri="{FF2B5EF4-FFF2-40B4-BE49-F238E27FC236}">
                <a16:creationId xmlns:a16="http://schemas.microsoft.com/office/drawing/2014/main" id="{63F150D4-FF95-CA46-9EB1-E0BDE14DF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22" name="Line 54">
            <a:extLst>
              <a:ext uri="{FF2B5EF4-FFF2-40B4-BE49-F238E27FC236}">
                <a16:creationId xmlns:a16="http://schemas.microsoft.com/office/drawing/2014/main" id="{3422CE5E-C87D-D945-B805-8BB19812C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3" name="Line 55">
            <a:extLst>
              <a:ext uri="{FF2B5EF4-FFF2-40B4-BE49-F238E27FC236}">
                <a16:creationId xmlns:a16="http://schemas.microsoft.com/office/drawing/2014/main" id="{02AEACC3-F797-C343-BF2C-F39A2E3D5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4" name="Oval 56">
            <a:extLst>
              <a:ext uri="{FF2B5EF4-FFF2-40B4-BE49-F238E27FC236}">
                <a16:creationId xmlns:a16="http://schemas.microsoft.com/office/drawing/2014/main" id="{754B7EA1-4437-6449-BC8F-806D428BF20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5" name="Oval 57">
            <a:extLst>
              <a:ext uri="{FF2B5EF4-FFF2-40B4-BE49-F238E27FC236}">
                <a16:creationId xmlns:a16="http://schemas.microsoft.com/office/drawing/2014/main" id="{C4AE2D7E-C717-334E-A8E9-A28C23A8312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6" name="Oval 58">
            <a:extLst>
              <a:ext uri="{FF2B5EF4-FFF2-40B4-BE49-F238E27FC236}">
                <a16:creationId xmlns:a16="http://schemas.microsoft.com/office/drawing/2014/main" id="{17556249-EDCF-E34B-9772-A26367CCB07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7" name="Oval 59">
            <a:extLst>
              <a:ext uri="{FF2B5EF4-FFF2-40B4-BE49-F238E27FC236}">
                <a16:creationId xmlns:a16="http://schemas.microsoft.com/office/drawing/2014/main" id="{F8798FA7-1296-2A4E-B621-BB17214250F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8" name="Oval 60">
            <a:extLst>
              <a:ext uri="{FF2B5EF4-FFF2-40B4-BE49-F238E27FC236}">
                <a16:creationId xmlns:a16="http://schemas.microsoft.com/office/drawing/2014/main" id="{8ACD427F-3926-9F48-BCB3-28AF5F01FB5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29" name="Oval 61">
            <a:extLst>
              <a:ext uri="{FF2B5EF4-FFF2-40B4-BE49-F238E27FC236}">
                <a16:creationId xmlns:a16="http://schemas.microsoft.com/office/drawing/2014/main" id="{3D5A57E0-A55E-9749-BF50-27A7812D80E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0" name="Oval 62">
            <a:extLst>
              <a:ext uri="{FF2B5EF4-FFF2-40B4-BE49-F238E27FC236}">
                <a16:creationId xmlns:a16="http://schemas.microsoft.com/office/drawing/2014/main" id="{AB37F4E7-A261-D447-958B-9ECB1F00117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1" name="Oval 63">
            <a:extLst>
              <a:ext uri="{FF2B5EF4-FFF2-40B4-BE49-F238E27FC236}">
                <a16:creationId xmlns:a16="http://schemas.microsoft.com/office/drawing/2014/main" id="{96C113A0-7E99-814B-A412-C230B9FFA79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2" name="Oval 64">
            <a:extLst>
              <a:ext uri="{FF2B5EF4-FFF2-40B4-BE49-F238E27FC236}">
                <a16:creationId xmlns:a16="http://schemas.microsoft.com/office/drawing/2014/main" id="{619C4795-E2B4-AB45-B89C-B19F6FCF752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3" name="Oval 65">
            <a:extLst>
              <a:ext uri="{FF2B5EF4-FFF2-40B4-BE49-F238E27FC236}">
                <a16:creationId xmlns:a16="http://schemas.microsoft.com/office/drawing/2014/main" id="{5F4C9F62-C286-394E-A0B9-6298C32FD6D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4" name="Oval 66">
            <a:extLst>
              <a:ext uri="{FF2B5EF4-FFF2-40B4-BE49-F238E27FC236}">
                <a16:creationId xmlns:a16="http://schemas.microsoft.com/office/drawing/2014/main" id="{71A499C0-E6EA-2242-8E85-70F60626CEA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5" name="Oval 67">
            <a:extLst>
              <a:ext uri="{FF2B5EF4-FFF2-40B4-BE49-F238E27FC236}">
                <a16:creationId xmlns:a16="http://schemas.microsoft.com/office/drawing/2014/main" id="{F555A4C4-6123-6145-95D4-9B56AD4BC90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1236" name="Oval 68">
            <a:extLst>
              <a:ext uri="{FF2B5EF4-FFF2-40B4-BE49-F238E27FC236}">
                <a16:creationId xmlns:a16="http://schemas.microsoft.com/office/drawing/2014/main" id="{A882E73A-8FD2-CC4E-83C9-8E8EA5B90FD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7" name="Oval 69">
            <a:extLst>
              <a:ext uri="{FF2B5EF4-FFF2-40B4-BE49-F238E27FC236}">
                <a16:creationId xmlns:a16="http://schemas.microsoft.com/office/drawing/2014/main" id="{21CFEAF1-420B-F04E-AE28-E9B2B453C33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8" name="Oval 70">
            <a:extLst>
              <a:ext uri="{FF2B5EF4-FFF2-40B4-BE49-F238E27FC236}">
                <a16:creationId xmlns:a16="http://schemas.microsoft.com/office/drawing/2014/main" id="{C96D810D-9150-F342-B937-EE269D5606D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133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39" name="Text Box 71">
            <a:extLst>
              <a:ext uri="{FF2B5EF4-FFF2-40B4-BE49-F238E27FC236}">
                <a16:creationId xmlns:a16="http://schemas.microsoft.com/office/drawing/2014/main" id="{2B221629-5F65-6F4D-8B37-B79618309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40" name="Line 72">
            <a:extLst>
              <a:ext uri="{FF2B5EF4-FFF2-40B4-BE49-F238E27FC236}">
                <a16:creationId xmlns:a16="http://schemas.microsoft.com/office/drawing/2014/main" id="{EF868DCE-F924-0F4D-9DC4-31406DFF6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41" name="Oval 73">
            <a:extLst>
              <a:ext uri="{FF2B5EF4-FFF2-40B4-BE49-F238E27FC236}">
                <a16:creationId xmlns:a16="http://schemas.microsoft.com/office/drawing/2014/main" id="{C9CDF681-ED26-454D-807A-5276C2CD9E2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2362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42" name="Text Box 74">
            <a:extLst>
              <a:ext uri="{FF2B5EF4-FFF2-40B4-BE49-F238E27FC236}">
                <a16:creationId xmlns:a16="http://schemas.microsoft.com/office/drawing/2014/main" id="{1E8B9ABB-41E6-BF47-B60A-7365E5950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43" name="Text Box 75">
            <a:extLst>
              <a:ext uri="{FF2B5EF4-FFF2-40B4-BE49-F238E27FC236}">
                <a16:creationId xmlns:a16="http://schemas.microsoft.com/office/drawing/2014/main" id="{BA5FA988-9165-8142-969B-D1E9110A6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44" name="Text Box 76">
            <a:extLst>
              <a:ext uri="{FF2B5EF4-FFF2-40B4-BE49-F238E27FC236}">
                <a16:creationId xmlns:a16="http://schemas.microsoft.com/office/drawing/2014/main" id="{40323541-C8EA-3744-8B89-B94E04658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Strong relationships</a:t>
            </a:r>
          </a:p>
        </p:txBody>
      </p:sp>
      <p:sp>
        <p:nvSpPr>
          <p:cNvPr id="1031245" name="Text Box 77">
            <a:extLst>
              <a:ext uri="{FF2B5EF4-FFF2-40B4-BE49-F238E27FC236}">
                <a16:creationId xmlns:a16="http://schemas.microsoft.com/office/drawing/2014/main" id="{7F31571E-FA9C-1740-9881-86B999FB7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676401"/>
            <a:ext cx="25908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Weak relationships</a:t>
            </a:r>
          </a:p>
        </p:txBody>
      </p:sp>
      <p:sp>
        <p:nvSpPr>
          <p:cNvPr id="1031246" name="Line 78">
            <a:extLst>
              <a:ext uri="{FF2B5EF4-FFF2-40B4-BE49-F238E27FC236}">
                <a16:creationId xmlns:a16="http://schemas.microsoft.com/office/drawing/2014/main" id="{7F29E610-7D60-5B4E-ADC4-02EB14CFE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47" name="Oval 79">
            <a:extLst>
              <a:ext uri="{FF2B5EF4-FFF2-40B4-BE49-F238E27FC236}">
                <a16:creationId xmlns:a16="http://schemas.microsoft.com/office/drawing/2014/main" id="{7D42455A-3A22-5F46-A047-841B78F60CA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48" name="Oval 80">
            <a:extLst>
              <a:ext uri="{FF2B5EF4-FFF2-40B4-BE49-F238E27FC236}">
                <a16:creationId xmlns:a16="http://schemas.microsoft.com/office/drawing/2014/main" id="{2CCCFB93-90E8-7F44-B4B7-F5EDA59331B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2209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49" name="Oval 81">
            <a:extLst>
              <a:ext uri="{FF2B5EF4-FFF2-40B4-BE49-F238E27FC236}">
                <a16:creationId xmlns:a16="http://schemas.microsoft.com/office/drawing/2014/main" id="{58692102-819A-C845-B410-BEA98BCACA4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0" name="Oval 82">
            <a:extLst>
              <a:ext uri="{FF2B5EF4-FFF2-40B4-BE49-F238E27FC236}">
                <a16:creationId xmlns:a16="http://schemas.microsoft.com/office/drawing/2014/main" id="{A2445EC1-BDDC-F740-A805-62893E9FFE3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1" name="Oval 83">
            <a:extLst>
              <a:ext uri="{FF2B5EF4-FFF2-40B4-BE49-F238E27FC236}">
                <a16:creationId xmlns:a16="http://schemas.microsoft.com/office/drawing/2014/main" id="{452E16B0-47CE-CB46-890D-EFE2509AEAC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2" name="Oval 84">
            <a:extLst>
              <a:ext uri="{FF2B5EF4-FFF2-40B4-BE49-F238E27FC236}">
                <a16:creationId xmlns:a16="http://schemas.microsoft.com/office/drawing/2014/main" id="{FBA6EAA7-73A0-D640-ADB7-90C8D00DFF0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3" name="Oval 85">
            <a:extLst>
              <a:ext uri="{FF2B5EF4-FFF2-40B4-BE49-F238E27FC236}">
                <a16:creationId xmlns:a16="http://schemas.microsoft.com/office/drawing/2014/main" id="{A9FD4740-55C9-EA47-8C00-4D2BF11B8F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4" name="Oval 86">
            <a:extLst>
              <a:ext uri="{FF2B5EF4-FFF2-40B4-BE49-F238E27FC236}">
                <a16:creationId xmlns:a16="http://schemas.microsoft.com/office/drawing/2014/main" id="{E3D914B4-4D91-7247-9DB0-742699AA164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1255" name="Line 87">
            <a:extLst>
              <a:ext uri="{FF2B5EF4-FFF2-40B4-BE49-F238E27FC236}">
                <a16:creationId xmlns:a16="http://schemas.microsoft.com/office/drawing/2014/main" id="{C8404B2D-BC3D-5A40-8B47-07740D9DAC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2098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56" name="Line 88">
            <a:extLst>
              <a:ext uri="{FF2B5EF4-FFF2-40B4-BE49-F238E27FC236}">
                <a16:creationId xmlns:a16="http://schemas.microsoft.com/office/drawing/2014/main" id="{0405C608-954C-4B49-98CC-42BEB29BE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670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57" name="Line 89">
            <a:extLst>
              <a:ext uri="{FF2B5EF4-FFF2-40B4-BE49-F238E27FC236}">
                <a16:creationId xmlns:a16="http://schemas.microsoft.com/office/drawing/2014/main" id="{869FA91B-D0E1-5742-BBDE-7FAFA3F69C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20574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58" name="Line 90">
            <a:extLst>
              <a:ext uri="{FF2B5EF4-FFF2-40B4-BE49-F238E27FC236}">
                <a16:creationId xmlns:a16="http://schemas.microsoft.com/office/drawing/2014/main" id="{F91ABB52-7460-A642-8169-9361D60E05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895600"/>
            <a:ext cx="167640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59" name="Line 91">
            <a:extLst>
              <a:ext uri="{FF2B5EF4-FFF2-40B4-BE49-F238E27FC236}">
                <a16:creationId xmlns:a16="http://schemas.microsoft.com/office/drawing/2014/main" id="{04ADD941-FDEB-1A4D-9AAB-373ABFBAF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72000"/>
            <a:ext cx="190500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0" name="Line 92">
            <a:extLst>
              <a:ext uri="{FF2B5EF4-FFF2-40B4-BE49-F238E27FC236}">
                <a16:creationId xmlns:a16="http://schemas.microsoft.com/office/drawing/2014/main" id="{F1ACD4F5-E4D9-5B4C-BE77-6467A0B5A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953000"/>
            <a:ext cx="16764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1" name="Line 93">
            <a:extLst>
              <a:ext uri="{FF2B5EF4-FFF2-40B4-BE49-F238E27FC236}">
                <a16:creationId xmlns:a16="http://schemas.microsoft.com/office/drawing/2014/main" id="{4B818D29-074A-D945-8D3E-8C0AAEC92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267200"/>
            <a:ext cx="15240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2" name="Line 94">
            <a:extLst>
              <a:ext uri="{FF2B5EF4-FFF2-40B4-BE49-F238E27FC236}">
                <a16:creationId xmlns:a16="http://schemas.microsoft.com/office/drawing/2014/main" id="{C758A56C-518B-7D45-8B06-DB06567D0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4864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3" name="Line 95">
            <a:extLst>
              <a:ext uri="{FF2B5EF4-FFF2-40B4-BE49-F238E27FC236}">
                <a16:creationId xmlns:a16="http://schemas.microsoft.com/office/drawing/2014/main" id="{3D981344-B6BE-F746-A167-1BB0EC6575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514600"/>
            <a:ext cx="20574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4" name="Line 96">
            <a:extLst>
              <a:ext uri="{FF2B5EF4-FFF2-40B4-BE49-F238E27FC236}">
                <a16:creationId xmlns:a16="http://schemas.microsoft.com/office/drawing/2014/main" id="{5D241FBF-3B41-834D-96D9-D01974602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905000" cy="1371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5" name="Line 97">
            <a:extLst>
              <a:ext uri="{FF2B5EF4-FFF2-40B4-BE49-F238E27FC236}">
                <a16:creationId xmlns:a16="http://schemas.microsoft.com/office/drawing/2014/main" id="{45EE6FE0-6572-A348-8D9F-1E05C75C8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2209800"/>
            <a:ext cx="20574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6" name="Line 98">
            <a:extLst>
              <a:ext uri="{FF2B5EF4-FFF2-40B4-BE49-F238E27FC236}">
                <a16:creationId xmlns:a16="http://schemas.microsoft.com/office/drawing/2014/main" id="{5BFA8034-2568-414A-81FD-3367102D4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724400"/>
            <a:ext cx="17526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1267" name="Rectangle 99">
            <a:extLst>
              <a:ext uri="{FF2B5EF4-FFF2-40B4-BE49-F238E27FC236}">
                <a16:creationId xmlns:a16="http://schemas.microsoft.com/office/drawing/2014/main" id="{F1FA2D4E-281C-4D4E-BF15-2D655AD64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Linear Correlation</a:t>
            </a:r>
          </a:p>
        </p:txBody>
      </p:sp>
      <p:sp>
        <p:nvSpPr>
          <p:cNvPr id="1031268" name="Rectangle 100">
            <a:extLst>
              <a:ext uri="{FF2B5EF4-FFF2-40B4-BE49-F238E27FC236}">
                <a16:creationId xmlns:a16="http://schemas.microsoft.com/office/drawing/2014/main" id="{EC716909-4298-0143-8C65-E03292209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510338"/>
            <a:ext cx="7854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IL" sz="1600"/>
              <a:t>Slide from: Statistics for Managers Using Microsoft® Excel  4th Edition, 2004 Prentice-Hall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4" name="Rectangle 2">
            <a:extLst>
              <a:ext uri="{FF2B5EF4-FFF2-40B4-BE49-F238E27FC236}">
                <a16:creationId xmlns:a16="http://schemas.microsoft.com/office/drawing/2014/main" id="{7B83E3D1-F5B5-6642-8790-FBEF6640F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b="1" dirty="0">
                <a:latin typeface="+mn-lt"/>
                <a:ea typeface="+mn-ea"/>
                <a:cs typeface="+mn-cs"/>
              </a:rPr>
              <a:t>Linear Correlation</a:t>
            </a:r>
          </a:p>
        </p:txBody>
      </p:sp>
      <p:sp>
        <p:nvSpPr>
          <p:cNvPr id="1032195" name="Line 3">
            <a:extLst>
              <a:ext uri="{FF2B5EF4-FFF2-40B4-BE49-F238E27FC236}">
                <a16:creationId xmlns:a16="http://schemas.microsoft.com/office/drawing/2014/main" id="{3007DD8C-0466-D441-8F9D-04B931D45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6482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196" name="Oval 4">
            <a:extLst>
              <a:ext uri="{FF2B5EF4-FFF2-40B4-BE49-F238E27FC236}">
                <a16:creationId xmlns:a16="http://schemas.microsoft.com/office/drawing/2014/main" id="{753FAF9A-0A3E-B849-973E-5E72606A5EA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104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197" name="Oval 5">
            <a:extLst>
              <a:ext uri="{FF2B5EF4-FFF2-40B4-BE49-F238E27FC236}">
                <a16:creationId xmlns:a16="http://schemas.microsoft.com/office/drawing/2014/main" id="{796656EC-3C07-984E-A30E-B11BCC13E17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410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198" name="Oval 6">
            <a:extLst>
              <a:ext uri="{FF2B5EF4-FFF2-40B4-BE49-F238E27FC236}">
                <a16:creationId xmlns:a16="http://schemas.microsoft.com/office/drawing/2014/main" id="{846313CD-9A69-CC43-AA13-61EBD150DB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199" name="Oval 7">
            <a:extLst>
              <a:ext uri="{FF2B5EF4-FFF2-40B4-BE49-F238E27FC236}">
                <a16:creationId xmlns:a16="http://schemas.microsoft.com/office/drawing/2014/main" id="{4A5DBAA7-60B8-DD44-A23B-5BB48DD5E41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638800" y="4876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0" name="Oval 8">
            <a:extLst>
              <a:ext uri="{FF2B5EF4-FFF2-40B4-BE49-F238E27FC236}">
                <a16:creationId xmlns:a16="http://schemas.microsoft.com/office/drawing/2014/main" id="{D8B83ED2-F4D7-924D-9B7B-702C33B710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4876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1" name="Oval 9">
            <a:extLst>
              <a:ext uri="{FF2B5EF4-FFF2-40B4-BE49-F238E27FC236}">
                <a16:creationId xmlns:a16="http://schemas.microsoft.com/office/drawing/2014/main" id="{1132BCE8-4C24-0343-845D-AABAA8D4308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056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2" name="Oval 10">
            <a:extLst>
              <a:ext uri="{FF2B5EF4-FFF2-40B4-BE49-F238E27FC236}">
                <a16:creationId xmlns:a16="http://schemas.microsoft.com/office/drawing/2014/main" id="{F9BE7A1F-EAA3-9141-BABB-35962E1B55B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3" name="Oval 11">
            <a:extLst>
              <a:ext uri="{FF2B5EF4-FFF2-40B4-BE49-F238E27FC236}">
                <a16:creationId xmlns:a16="http://schemas.microsoft.com/office/drawing/2014/main" id="{C380529F-64BA-C247-87E9-8EC1204D8E2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029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4" name="Oval 12">
            <a:extLst>
              <a:ext uri="{FF2B5EF4-FFF2-40B4-BE49-F238E27FC236}">
                <a16:creationId xmlns:a16="http://schemas.microsoft.com/office/drawing/2014/main" id="{14C728D5-B7A3-0E4A-9CDF-EB28B9709D8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57800" y="4876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5" name="Oval 13">
            <a:extLst>
              <a:ext uri="{FF2B5EF4-FFF2-40B4-BE49-F238E27FC236}">
                <a16:creationId xmlns:a16="http://schemas.microsoft.com/office/drawing/2014/main" id="{093BED48-8E76-444C-A82F-14D1CECB14A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2206" name="Oval 14">
            <a:extLst>
              <a:ext uri="{FF2B5EF4-FFF2-40B4-BE49-F238E27FC236}">
                <a16:creationId xmlns:a16="http://schemas.microsoft.com/office/drawing/2014/main" id="{606352CD-CC41-5F4C-AE7C-0EBB6B596A4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008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7" name="Oval 15">
            <a:extLst>
              <a:ext uri="{FF2B5EF4-FFF2-40B4-BE49-F238E27FC236}">
                <a16:creationId xmlns:a16="http://schemas.microsoft.com/office/drawing/2014/main" id="{529309D9-0639-DF4D-BD74-E7D31DC1DD7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1722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8" name="Oval 16">
            <a:extLst>
              <a:ext uri="{FF2B5EF4-FFF2-40B4-BE49-F238E27FC236}">
                <a16:creationId xmlns:a16="http://schemas.microsoft.com/office/drawing/2014/main" id="{6139F43C-ABBA-4541-A0FF-470410947E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09" name="Text Box 17">
            <a:extLst>
              <a:ext uri="{FF2B5EF4-FFF2-40B4-BE49-F238E27FC236}">
                <a16:creationId xmlns:a16="http://schemas.microsoft.com/office/drawing/2014/main" id="{0510A6C6-92C5-4B44-82FE-82B2AEE93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1" y="43894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2210" name="Line 18">
            <a:extLst>
              <a:ext uri="{FF2B5EF4-FFF2-40B4-BE49-F238E27FC236}">
                <a16:creationId xmlns:a16="http://schemas.microsoft.com/office/drawing/2014/main" id="{F5F0B4B0-78EB-5D4B-83D7-5577126D5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1" name="Text Box 19">
            <a:extLst>
              <a:ext uri="{FF2B5EF4-FFF2-40B4-BE49-F238E27FC236}">
                <a16:creationId xmlns:a16="http://schemas.microsoft.com/office/drawing/2014/main" id="{7170B52A-367E-8F4E-94BE-639064433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59896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2212" name="Line 20">
            <a:extLst>
              <a:ext uri="{FF2B5EF4-FFF2-40B4-BE49-F238E27FC236}">
                <a16:creationId xmlns:a16="http://schemas.microsoft.com/office/drawing/2014/main" id="{61248F3F-4C51-4F44-A2B5-05852BBF80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362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3" name="Oval 21">
            <a:extLst>
              <a:ext uri="{FF2B5EF4-FFF2-40B4-BE49-F238E27FC236}">
                <a16:creationId xmlns:a16="http://schemas.microsoft.com/office/drawing/2014/main" id="{F36280D4-DB27-6147-B713-6B3FD36BDFC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00800" y="2133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4" name="Oval 22">
            <a:extLst>
              <a:ext uri="{FF2B5EF4-FFF2-40B4-BE49-F238E27FC236}">
                <a16:creationId xmlns:a16="http://schemas.microsoft.com/office/drawing/2014/main" id="{E46611F5-6593-D941-B3AA-2D28E06BF53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5" name="Oval 23">
            <a:extLst>
              <a:ext uri="{FF2B5EF4-FFF2-40B4-BE49-F238E27FC236}">
                <a16:creationId xmlns:a16="http://schemas.microsoft.com/office/drawing/2014/main" id="{C2EA2DFF-060D-734F-ABDA-E7DEE1F5D9D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6" name="Oval 24">
            <a:extLst>
              <a:ext uri="{FF2B5EF4-FFF2-40B4-BE49-F238E27FC236}">
                <a16:creationId xmlns:a16="http://schemas.microsoft.com/office/drawing/2014/main" id="{F0E81C7D-9B86-1840-9F26-4E833CD20A6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866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7" name="Oval 25">
            <a:extLst>
              <a:ext uri="{FF2B5EF4-FFF2-40B4-BE49-F238E27FC236}">
                <a16:creationId xmlns:a16="http://schemas.microsoft.com/office/drawing/2014/main" id="{137DDC66-180A-C645-824D-3D42504EA59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486400" y="3429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8" name="Oval 26">
            <a:extLst>
              <a:ext uri="{FF2B5EF4-FFF2-40B4-BE49-F238E27FC236}">
                <a16:creationId xmlns:a16="http://schemas.microsoft.com/office/drawing/2014/main" id="{0CD1B5D6-3F95-FB46-BD2A-1A84AD6ED8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638800" y="2209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19" name="Oval 27">
            <a:extLst>
              <a:ext uri="{FF2B5EF4-FFF2-40B4-BE49-F238E27FC236}">
                <a16:creationId xmlns:a16="http://schemas.microsoft.com/office/drawing/2014/main" id="{91570EB5-847D-0A49-A4F3-DFDEAAD4AFF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008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0" name="Oval 28">
            <a:extLst>
              <a:ext uri="{FF2B5EF4-FFF2-40B4-BE49-F238E27FC236}">
                <a16:creationId xmlns:a16="http://schemas.microsoft.com/office/drawing/2014/main" id="{7EC54C55-33B1-7749-BD5C-ECC1E5935FF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1" name="Oval 29">
            <a:extLst>
              <a:ext uri="{FF2B5EF4-FFF2-40B4-BE49-F238E27FC236}">
                <a16:creationId xmlns:a16="http://schemas.microsoft.com/office/drawing/2014/main" id="{B2757AA9-FD39-D745-BCEF-5F300BA789D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104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2" name="Oval 30">
            <a:extLst>
              <a:ext uri="{FF2B5EF4-FFF2-40B4-BE49-F238E27FC236}">
                <a16:creationId xmlns:a16="http://schemas.microsoft.com/office/drawing/2014/main" id="{C32844E3-CFE7-7F4D-ABA5-DD2A0FD076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3" name="Oval 31">
            <a:extLst>
              <a:ext uri="{FF2B5EF4-FFF2-40B4-BE49-F238E27FC236}">
                <a16:creationId xmlns:a16="http://schemas.microsoft.com/office/drawing/2014/main" id="{3D2D96B5-4AAE-B548-9426-6323E5B7A0A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486400" y="3124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4" name="Oval 32">
            <a:extLst>
              <a:ext uri="{FF2B5EF4-FFF2-40B4-BE49-F238E27FC236}">
                <a16:creationId xmlns:a16="http://schemas.microsoft.com/office/drawing/2014/main" id="{A6EBF72F-2FF3-8E40-85AA-81C4E10E57B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2743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IL" altLang="en-IL" sz="2400">
              <a:latin typeface="Arial" panose="020B0604020202020204" pitchFamily="34" charset="0"/>
            </a:endParaRPr>
          </a:p>
        </p:txBody>
      </p:sp>
      <p:sp>
        <p:nvSpPr>
          <p:cNvPr id="1032225" name="Oval 33">
            <a:extLst>
              <a:ext uri="{FF2B5EF4-FFF2-40B4-BE49-F238E27FC236}">
                <a16:creationId xmlns:a16="http://schemas.microsoft.com/office/drawing/2014/main" id="{126D60E8-97E7-A84B-A15F-173852ADC95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05600" y="3429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6" name="Oval 34">
            <a:extLst>
              <a:ext uri="{FF2B5EF4-FFF2-40B4-BE49-F238E27FC236}">
                <a16:creationId xmlns:a16="http://schemas.microsoft.com/office/drawing/2014/main" id="{3AD209BA-7B1E-4244-AC06-A6966CF1EDB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7" name="Oval 35">
            <a:extLst>
              <a:ext uri="{FF2B5EF4-FFF2-40B4-BE49-F238E27FC236}">
                <a16:creationId xmlns:a16="http://schemas.microsoft.com/office/drawing/2014/main" id="{AE09A983-B900-E641-9569-CE8D52E088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8674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28" name="Text Box 36">
            <a:extLst>
              <a:ext uri="{FF2B5EF4-FFF2-40B4-BE49-F238E27FC236}">
                <a16:creationId xmlns:a16="http://schemas.microsoft.com/office/drawing/2014/main" id="{0ACD0375-F1ED-724C-837F-4120F655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1" y="2179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2229" name="Line 37">
            <a:extLst>
              <a:ext uri="{FF2B5EF4-FFF2-40B4-BE49-F238E27FC236}">
                <a16:creationId xmlns:a16="http://schemas.microsoft.com/office/drawing/2014/main" id="{2A506F61-48AD-7A49-85E4-ECCF6FD65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886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30" name="Text Box 38">
            <a:extLst>
              <a:ext uri="{FF2B5EF4-FFF2-40B4-BE49-F238E27FC236}">
                <a16:creationId xmlns:a16="http://schemas.microsoft.com/office/drawing/2014/main" id="{64BA32F0-61D9-D545-976F-4AEBECECB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37798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2231" name="Rectangle 39">
            <a:extLst>
              <a:ext uri="{FF2B5EF4-FFF2-40B4-BE49-F238E27FC236}">
                <a16:creationId xmlns:a16="http://schemas.microsoft.com/office/drawing/2014/main" id="{50853F12-BD8E-8940-958F-E31587607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/>
          </a:p>
        </p:txBody>
      </p:sp>
      <p:sp>
        <p:nvSpPr>
          <p:cNvPr id="1032232" name="Text Box 40">
            <a:extLst>
              <a:ext uri="{FF2B5EF4-FFF2-40B4-BE49-F238E27FC236}">
                <a16:creationId xmlns:a16="http://schemas.microsoft.com/office/drawing/2014/main" id="{B82F2F77-2893-A44B-9521-A7DEF7BF7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600201"/>
            <a:ext cx="21336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IL" sz="2000">
                <a:latin typeface="Arial" panose="020B0604020202020204" pitchFamily="34" charset="0"/>
              </a:rPr>
              <a:t>No relationship</a:t>
            </a:r>
          </a:p>
        </p:txBody>
      </p:sp>
      <p:sp>
        <p:nvSpPr>
          <p:cNvPr id="1032233" name="Oval 41">
            <a:extLst>
              <a:ext uri="{FF2B5EF4-FFF2-40B4-BE49-F238E27FC236}">
                <a16:creationId xmlns:a16="http://schemas.microsoft.com/office/drawing/2014/main" id="{AB9AB771-D405-DF4E-B255-A17ACE57EE7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81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34" name="Oval 42">
            <a:extLst>
              <a:ext uri="{FF2B5EF4-FFF2-40B4-BE49-F238E27FC236}">
                <a16:creationId xmlns:a16="http://schemas.microsoft.com/office/drawing/2014/main" id="{E73A3219-9BE9-DC41-BBCF-4759BF50825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324600" y="3429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35" name="Oval 43">
            <a:extLst>
              <a:ext uri="{FF2B5EF4-FFF2-40B4-BE49-F238E27FC236}">
                <a16:creationId xmlns:a16="http://schemas.microsoft.com/office/drawing/2014/main" id="{9E0DA26E-88B7-2E46-BFC3-4747510932F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818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32236" name="Line 44">
            <a:extLst>
              <a:ext uri="{FF2B5EF4-FFF2-40B4-BE49-F238E27FC236}">
                <a16:creationId xmlns:a16="http://schemas.microsoft.com/office/drawing/2014/main" id="{A25F9C77-48E7-5846-B51E-8ACE0EB0E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895600"/>
            <a:ext cx="23622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2237" name="Line 45">
            <a:extLst>
              <a:ext uri="{FF2B5EF4-FFF2-40B4-BE49-F238E27FC236}">
                <a16:creationId xmlns:a16="http://schemas.microsoft.com/office/drawing/2014/main" id="{A9778806-952E-1540-BEE1-5393E7169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181600"/>
            <a:ext cx="2362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1032238" name="Rectangle 46">
            <a:extLst>
              <a:ext uri="{FF2B5EF4-FFF2-40B4-BE49-F238E27FC236}">
                <a16:creationId xmlns:a16="http://schemas.microsoft.com/office/drawing/2014/main" id="{AB9E4925-4838-1840-9A90-0E36892F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510338"/>
            <a:ext cx="7854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IL" sz="1600"/>
              <a:t>Slide from: Statistics for Managers Using Microsoft® Excel  4th Edition, 2004 Prentice-Hall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Logistic Regression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Logistic Regression is a simple adaptation of Linear Regression with the assumption that the dependent variable is categorical and has only two values.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Linear regression gives you a continuous output, but logistic regression provides a constant output. How can we do it?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1D99CB-CFFA-3648-9987-5DA219FF7F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83"/>
          <a:stretch/>
        </p:blipFill>
        <p:spPr>
          <a:xfrm>
            <a:off x="4216399" y="2269066"/>
            <a:ext cx="4181475" cy="261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59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The Sigmoid Function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The sigmoid function, also called logistic function gives an ‘S’ shaped curve that can take any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real-valued number and map it into a value between 0 and 1.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Easy to verify that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he-I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 r="-32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23D58-5CBF-C149-BBDC-A5089D34B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584" y="3429000"/>
            <a:ext cx="4172666" cy="28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039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Logistic Regression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Benefits of sigmoid: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Bound between 0 to 1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Can describe the probability of prediction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Fit “linear” into “logistic”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59985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Performance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 </a:t>
            </a:r>
            <a:r>
              <a:rPr lang="en-US" sz="2400" b="1" dirty="0"/>
              <a:t>confusion matrix</a:t>
            </a:r>
            <a:r>
              <a:rPr lang="en-US" sz="2400" dirty="0"/>
              <a:t> is a table that is often used to describe the performance of a classification model (or “classifier”) on a set of test data for which the true values are known. Let us look at some of the important terms of confusion matrix.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5B783C-6A0F-A940-AD47-6F4A1FBD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488" y="3293532"/>
            <a:ext cx="3973024" cy="20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95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Performance</a:t>
            </a:r>
          </a:p>
          <a:p>
            <a:r>
              <a:rPr lang="en-US" b="1" dirty="0"/>
              <a:t>Basic terms related to Confusion matrix:</a:t>
            </a:r>
          </a:p>
          <a:p>
            <a:r>
              <a:rPr lang="en-US" b="1" dirty="0"/>
              <a:t>True positives (TP)</a:t>
            </a:r>
            <a:r>
              <a:rPr lang="en-US" dirty="0"/>
              <a:t>: predict TRUE, actual TRUE</a:t>
            </a:r>
          </a:p>
          <a:p>
            <a:r>
              <a:rPr lang="en-US" b="1" dirty="0"/>
              <a:t>True negatives (TN)</a:t>
            </a:r>
            <a:r>
              <a:rPr lang="en-US" dirty="0"/>
              <a:t>: predict FALSE, actual FALSE</a:t>
            </a:r>
          </a:p>
          <a:p>
            <a:r>
              <a:rPr lang="en-US" b="1" dirty="0"/>
              <a:t>False positives (FP)</a:t>
            </a:r>
            <a:r>
              <a:rPr lang="en-US" dirty="0"/>
              <a:t>: predict TRUE, actual FALSE </a:t>
            </a:r>
          </a:p>
          <a:p>
            <a:r>
              <a:rPr lang="en-US" b="1" dirty="0"/>
              <a:t>False negatives (FN)</a:t>
            </a:r>
            <a:r>
              <a:rPr lang="en-US" dirty="0"/>
              <a:t>: predict FALSE, actual TRUE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5B783C-6A0F-A940-AD47-6F4A1FBD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776" y="3898271"/>
            <a:ext cx="3973024" cy="20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24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14993</TotalTime>
  <Words>2340</Words>
  <Application>Microsoft Macintosh PowerPoint</Application>
  <PresentationFormat>Widescreen</PresentationFormat>
  <Paragraphs>421</Paragraphs>
  <Slides>58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Theme</vt:lpstr>
      <vt:lpstr>Business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Recall: Covariance</vt:lpstr>
      <vt:lpstr>Correlation coefficient</vt:lpstr>
      <vt:lpstr>Scatter Plots of Data with Various Correlation Coefficients</vt:lpstr>
      <vt:lpstr>Linear Correlation</vt:lpstr>
      <vt:lpstr>Linear Correlation</vt:lpstr>
      <vt:lpstr>Linear Correlation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325</cp:revision>
  <dcterms:created xsi:type="dcterms:W3CDTF">2021-02-09T13:47:38Z</dcterms:created>
  <dcterms:modified xsi:type="dcterms:W3CDTF">2022-03-02T08:59:02Z</dcterms:modified>
</cp:coreProperties>
</file>