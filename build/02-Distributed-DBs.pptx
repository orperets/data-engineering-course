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14"/>
    <p:restoredTop sz="94719"/>
  </p:normalViewPr>
  <p:slideViewPr>
    <p:cSldViewPr snapToGrid="0" snapToObjects="1">
      <p:cViewPr varScale="1">
        <p:scale>
          <a:sx d="100" n="158"/>
          <a:sy d="100" n="158"/>
        </p:scale>
        <p:origin x="440" y="184"/>
      </p:cViewPr>
      <p:guideLst>
        <p:guide orient="horz" pos="2160"/>
        <p:guide pos="384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3" Type="http://schemas.openxmlformats.org/officeDocument/2006/relationships/tableStyles" Target="tableStyles.xml" /><Relationship Id="rId72" Type="http://schemas.openxmlformats.org/officeDocument/2006/relationships/theme" Target="theme/theme1.xml" /><Relationship Id="rId71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9200" y="2066925"/>
            <a:ext cx="103632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en-US" dirty="0"/>
              <a:t>MASTER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b="1" kern="1200" sz="3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>
          <a:xfrm>
            <a:off x="1219200" y="2066925"/>
            <a:ext cx="103632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2: Distributed Databases: SQL vs NoSQL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Why this topic matters in data engineering</a:t>
            </a:r>
          </a:p>
          <a:p>
            <a:pPr lvl="0"/>
            <a:r>
              <a:rPr/>
              <a:t>Distributed storage as foundation for scale</a:t>
            </a:r>
          </a:p>
          <a:p>
            <a:pPr lvl="0"/>
            <a:r>
              <a:rPr/>
              <a:t>Trade-offs drive architecture choices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Define distributed DB concepts: partitioning, replication</a:t>
            </a:r>
          </a:p>
          <a:p>
            <a:pPr lvl="0"/>
            <a:r>
              <a:rPr/>
              <a:t>Compare SQL vs NoSQL models and guarantees formally</a:t>
            </a:r>
          </a:p>
          <a:p>
            <a:pPr lvl="0"/>
            <a:r>
              <a:rPr/>
              <a:t>Calculate single-node limits (storage, throughput, availability)</a:t>
            </a:r>
          </a:p>
          <a:p>
            <a:pPr lvl="0"/>
            <a:r>
              <a:rPr/>
              <a:t>Design partitioning strategies with numeric constraints</a:t>
            </a:r>
          </a:p>
          <a:p>
            <a:pPr lvl="0"/>
            <a:r>
              <a:rPr/>
              <a:t>Reason about replication factor and write amplification</a:t>
            </a:r>
          </a:p>
          <a:p>
            <a:pPr lvl="0"/>
            <a:r>
              <a:rPr/>
              <a:t>Analyze CAP trade-offs in concrete scenarios</a:t>
            </a:r>
          </a:p>
          <a:p>
            <a:pPr lvl="0"/>
            <a:r>
              <a:rPr/>
              <a:t>Identify failure modes and detection or mitigation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Sources Used (Reference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sources/Lecture 2.pptx</a:t>
            </a:r>
          </a:p>
          <a:p>
            <a:pPr lvl="0"/>
            <a:r>
              <a:rPr/>
              <a:t>sources/Lecture 2.pdf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Concepts (1/2)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Distributed DB: data and compute spread across nodes</a:t>
            </a:r>
          </a:p>
          <a:p>
            <a:pPr lvl="0"/>
            <a:r>
              <a:rPr/>
              <a:t>Partition: subset of data on one or more nodes</a:t>
            </a:r>
          </a:p>
          <a:p>
            <a:pPr lvl="0"/>
            <a:r>
              <a:rPr/>
              <a:t>Replication: copies of same partition for availability</a:t>
            </a:r>
          </a:p>
          <a:p>
            <a:pPr lvl="0"/>
            <a:r>
              <a:rPr/>
              <a:t>Coordinator: routes requests, may run consensus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Relational (SQL): tables, keys, joins, ACID</a:t>
            </a:r>
          </a:p>
          <a:p>
            <a:pPr lvl="0"/>
            <a:r>
              <a:rPr/>
              <a:t>Key-value: get/put by key, no joins</a:t>
            </a:r>
          </a:p>
          <a:p>
            <a:pPr lvl="0"/>
            <a:r>
              <a:rPr/>
              <a:t>Document: nested structures, key or path access</a:t>
            </a:r>
          </a:p>
          <a:p>
            <a:pPr lvl="0"/>
            <a:r>
              <a:rPr/>
              <a:t>Wide-column: partition + clustering keys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SQL vs NoSQL (Models, Not Tools)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SQL: fixed schema, normalized, declarative queries</a:t>
            </a:r>
          </a:p>
          <a:p>
            <a:pPr lvl="0"/>
            <a:r>
              <a:rPr/>
              <a:t>NoSQL: schema-flexible, denormalized, key-centric</a:t>
            </a:r>
          </a:p>
          <a:p>
            <a:pPr lvl="0"/>
            <a:r>
              <a:rPr/>
              <a:t>Both: can be single-node or distributed</a:t>
            </a:r>
          </a:p>
          <a:p>
            <a:pPr lvl="0"/>
            <a:r>
              <a:rPr/>
              <a:t>Choice: access patterns and guarantees first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Concepts (2/2)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Guarantees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ACID: atomicity, consistency, isolation, durability</a:t>
            </a:r>
          </a:p>
          <a:p>
            <a:pPr lvl="0"/>
            <a:r>
              <a:rPr/>
              <a:t>BASE: basically available, soft state, eventual consistency</a:t>
            </a:r>
          </a:p>
          <a:p>
            <a:pPr lvl="0"/>
            <a:r>
              <a:rPr/>
              <a:t>Strong vs eventual: when reads see writes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Breaks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Cross-partition joins: data movement, latency</a:t>
            </a:r>
          </a:p>
          <a:p>
            <a:pPr lvl="0"/>
            <a:r>
              <a:rPr/>
              <a:t>Cross-partition transactions: 2PC, blocking</a:t>
            </a:r>
          </a:p>
          <a:p>
            <a:pPr lvl="0"/>
            <a:r>
              <a:rPr/>
              <a:t>Single partition: hot keys, skew</a:t>
            </a:r>
          </a:p>
          <a:p>
            <a:pPr lvl="0"/>
            <a:r>
              <a:rPr/>
              <a:t>Network: latency, partitions, partial failure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Single-Node Databases Break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Storage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Single machine: max ~100 TB disk typical</a:t>
            </a:r>
          </a:p>
          <a:p>
            <a:pPr lvl="0"/>
            <a:r>
              <a:rPr/>
              <a:t>Example: 1B users × 1 KB ≈ 1 TB</a:t>
            </a:r>
          </a:p>
          <a:p>
            <a:pPr lvl="0"/>
            <a:r>
              <a:rPr/>
              <a:t>Growth 10%/month ⇒ 100 GB/month</a:t>
            </a:r>
          </a:p>
          <a:p>
            <a:pPr lvl="0"/>
            <a:r>
              <a:rPr/>
              <a:t>Time to fill: ~8 years; need headroom ⇒ ~10 TB limit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Throughput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Single machine: ~10K writes/sec order of magnitude</a:t>
            </a:r>
          </a:p>
          <a:p>
            <a:pPr lvl="0"/>
            <a:r>
              <a:rPr/>
              <a:t>Example: 100M users, 1 write/user/day ⇒ 1,157 writes/sec avg</a:t>
            </a:r>
          </a:p>
          <a:p>
            <a:pPr lvl="0"/>
            <a:r>
              <a:rPr/>
              <a:t>Peak 5× ⇒ 5,785 writes/sec</a:t>
            </a:r>
          </a:p>
          <a:p>
            <a:pPr lvl="0"/>
            <a:r>
              <a:rPr/>
              <a:t>Single node: insufficient headroom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Availability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Single machine: 99.9% uptime ⇒ 8.76 h/year downtime</a:t>
            </a:r>
          </a:p>
          <a:p>
            <a:pPr lvl="0"/>
            <a:r>
              <a:rPr/>
              <a:t>Example: e-commerce $10K/h loss ⇒ $87,600/year</a:t>
            </a:r>
          </a:p>
          <a:p>
            <a:pPr lvl="0"/>
            <a:r>
              <a:rPr/>
              <a:t>Distributed 99.99% ⇒ $8,760; distribution improves availability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“Distributed” Really Means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Multiple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Data split across nodes; each node: own storage, own compute</a:t>
            </a:r>
          </a:p>
          <a:p>
            <a:pPr lvl="0"/>
            <a:r>
              <a:rPr/>
              <a:t>Coordination over network</a:t>
            </a:r>
          </a:p>
          <a:p>
            <a:pPr lvl="0"/>
            <a:r>
              <a:rPr/>
              <a:t>Example: 3 nodes, ~33% data each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Partial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One node fails; others continue</a:t>
            </a:r>
          </a:p>
          <a:p>
            <a:pPr lvl="0"/>
            <a:r>
              <a:rPr/>
              <a:t>Network partition ⇒ split-brain risk</a:t>
            </a:r>
          </a:p>
          <a:p>
            <a:pPr lvl="0"/>
            <a:r>
              <a:rPr/>
              <a:t>Replica lag ⇒ stale reads possible</a:t>
            </a:r>
          </a:p>
          <a:p>
            <a:pPr lvl="0"/>
            <a:r>
              <a:rPr/>
              <a:t>No single point of failure; complexity increases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Network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Latency 1–100 ms between nodes; bandwidth 1–10 Gbps shared</a:t>
            </a:r>
          </a:p>
          <a:p>
            <a:pPr lvl="0"/>
            <a:r>
              <a:rPr/>
              <a:t>Packet loss 0.1–1% typical</a:t>
            </a:r>
          </a:p>
          <a:p>
            <a:pPr lvl="0"/>
            <a:r>
              <a:rPr/>
              <a:t>Example: 3-node write ⇒ 3× network cost</a:t>
            </a:r>
          </a:p>
          <a:p>
            <a:pPr lvl="0"/>
            <a:r>
              <a:rPr/>
              <a:t>Cannot assume instant communication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Distributed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Diagram: week2_lecture_slide13_system_overview.puml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SQL in a Distributed World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Joins Across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Table A on node 1 (100M rows), B on node 2 (50M rows)</a:t>
            </a:r>
          </a:p>
          <a:p>
            <a:pPr lvl="0"/>
            <a:r>
              <a:rPr/>
              <a:t>Join ⇒ must move data</a:t>
            </a:r>
          </a:p>
          <a:p>
            <a:pPr lvl="0"/>
            <a:r>
              <a:rPr/>
              <a:t>Transfer: 100M × 200 B ≈ 20 GB; at 1 Gbps ⇒ 160 s + compute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Transactions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ACID ⇒ all-or-nothing; 2PC used across nodes</a:t>
            </a:r>
          </a:p>
          <a:p>
            <a:pPr lvl="0"/>
            <a:r>
              <a:rPr/>
              <a:t>Coordinator blocks on any failure</a:t>
            </a:r>
          </a:p>
          <a:p>
            <a:pPr lvl="0"/>
            <a:r>
              <a:rPr/>
              <a:t>Example: 5 nodes, 1 fails ⇒ block until timeout (e.g. 30 s)</a:t>
            </a:r>
          </a:p>
          <a:p>
            <a:pPr lvl="0"/>
            <a:r>
              <a:rPr/>
              <a:t>Throughput can drop to near zero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Explosion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Single node: 1 disk read per local op</a:t>
            </a:r>
          </a:p>
          <a:p>
            <a:pPr lvl="0"/>
            <a:r>
              <a:rPr/>
              <a:t>3 nodes: 3 disk reads + network; network ~10× slower than disk</a:t>
            </a:r>
          </a:p>
          <a:p>
            <a:pPr lvl="0"/>
            <a:r>
              <a:rPr/>
              <a:t>Example: 1M queries/day; 1 ms vs 10 ms ⇒ 1,000 s vs 10,000 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NoSQL Exists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Relaxed Guarantees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No cross-partition transactions</a:t>
            </a:r>
          </a:p>
          <a:p>
            <a:pPr lvl="0"/>
            <a:r>
              <a:rPr/>
              <a:t>Eventual consistency allowed</a:t>
            </a:r>
          </a:p>
          <a:p>
            <a:pPr lvl="0"/>
            <a:r>
              <a:rPr/>
              <a:t>No joins; single-partition access</a:t>
            </a:r>
          </a:p>
          <a:p>
            <a:pPr lvl="0"/>
            <a:r>
              <a:rPr/>
              <a:t>Example: key-value get/put by key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Simplified Access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Key-based access only; predefined paths</a:t>
            </a:r>
          </a:p>
          <a:p>
            <a:pPr lvl="0"/>
            <a:r>
              <a:rPr/>
              <a:t>Example: user_id → profile</a:t>
            </a:r>
          </a:p>
          <a:p>
            <a:pPr lvl="0"/>
            <a:r>
              <a:rPr/>
              <a:t>Latency 1–5 ms (local); throughput ~100K ops/sec/node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Predictable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Add nodes; partition by key, e.g. hash(user_id)</a:t>
            </a:r>
          </a:p>
          <a:p>
            <a:pPr lvl="0"/>
            <a:r>
              <a:rPr/>
              <a:t>Example: 3 → 6 nodes ⇒ 2× throughput, 2× storage</a:t>
            </a:r>
          </a:p>
          <a:p>
            <a:pPr lvl="0"/>
            <a:r>
              <a:rPr/>
              <a:t>No cross-partition coordination for key-based ops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 Comparison: SQL vs NoSQL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09600" y="1600200"/>
          <a:ext cx="109728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NoSQL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Consistency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Strong (ACID)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Eventual (BASE)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Transactions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Cross-partition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Single-partition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Joins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Supported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supported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Schema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Fixed (schema-on-write)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Flexible (schema-on-read)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Vertical (hard)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Horizontal (easier)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Latency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10–100 ms (joins)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1–5 ms (key lookup)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Complex queries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Simple lookups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Partitioning Intuition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Horizontal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Split table by rows; each partition holds a subset</a:t>
            </a:r>
          </a:p>
          <a:p>
            <a:pPr lvl="0"/>
            <a:r>
              <a:rPr/>
              <a:t>Example: users → partition 1 (user_id 1–333K), 2 (334K–666K), 3 (667K–1M)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Key-Based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Hash(key) mod N ⇒ partition id; N = number of partitions</a:t>
            </a:r>
          </a:p>
          <a:p>
            <a:pPr lvl="0"/>
            <a:r>
              <a:rPr/>
              <a:t>Example: hash(user_id) mod 3 ⇒ user 123 → 0, 456 → 1, 789 → 2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Replication Intuition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Replicas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Same partition copied to multiple nodes</a:t>
            </a:r>
          </a:p>
          <a:p>
            <a:pPr lvl="0"/>
            <a:r>
              <a:rPr/>
              <a:t>Example: 3 replicas per partition</a:t>
            </a:r>
          </a:p>
          <a:p>
            <a:pPr lvl="0"/>
            <a:r>
              <a:rPr/>
              <a:t>Write: update all replicas; read: any replica</a:t>
            </a:r>
          </a:p>
          <a:p>
            <a:pPr lvl="0"/>
            <a:r>
              <a:rPr/>
              <a:t>One replica down ⇒ two remain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Read/Write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Write: primary first, then async to secondaries</a:t>
            </a:r>
          </a:p>
          <a:p>
            <a:pPr lvl="0"/>
            <a:r>
              <a:rPr/>
              <a:t>Read: any replica</a:t>
            </a:r>
          </a:p>
          <a:p>
            <a:pPr lvl="0"/>
            <a:r>
              <a:rPr/>
              <a:t>Example: 3 replicas; write latency ~50 ms (wait for 1), read ~5 ms (local)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 Intuition (Engineering View)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Consistency: all nodes see same data</a:t>
            </a:r>
          </a:p>
          <a:p>
            <a:pPr lvl="0"/>
            <a:r>
              <a:rPr/>
              <a:t>Availability: every request gets a response</a:t>
            </a:r>
          </a:p>
          <a:p>
            <a:pPr lvl="0"/>
            <a:r>
              <a:rPr/>
              <a:t>Partition tolerance: system works despite network splits</a:t>
            </a:r>
          </a:p>
          <a:p>
            <a:pPr lvl="0"/>
            <a:r>
              <a:rPr/>
              <a:t>Can only guarantee two of three in practice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Concrete Scenario: E-Commerce Cart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User adds item; network partition splits two datacenters</a:t>
            </a:r>
          </a:p>
          <a:p>
            <a:pPr lvl="0"/>
            <a:r>
              <a:rPr/>
              <a:t>CP: block writes until heal ⇒ cart update fails (unavailable)</a:t>
            </a:r>
          </a:p>
          <a:p>
            <a:pPr lvl="0"/>
            <a:r>
              <a:rPr/>
              <a:t>AP: accept writes both sides ⇒ cart works, eventually consistent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Trade-offs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CP: strong consistency, possible downtime</a:t>
            </a:r>
          </a:p>
          <a:p>
            <a:pPr lvl="0"/>
            <a:r>
              <a:rPr/>
              <a:t>AP: always available, possible stale reads</a:t>
            </a:r>
          </a:p>
          <a:p>
            <a:pPr lvl="0"/>
            <a:r>
              <a:rPr/>
              <a:t>CA: not realistic in distributed systems</a:t>
            </a:r>
          </a:p>
          <a:p>
            <a:pPr lvl="0"/>
            <a:r>
              <a:rPr/>
              <a:t>Bank ⇒ CP; social feed ⇒ AP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Data &amp; Goal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Scenario: Recommendation / Activity Log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10M users; 100M events/day (clicks, views, likes)</a:t>
            </a:r>
          </a:p>
          <a:p>
            <a:pPr lvl="0"/>
            <a:r>
              <a:rPr/>
              <a:t>Events: user_id, item_id, action, timestamp</a:t>
            </a:r>
          </a:p>
          <a:p>
            <a:pPr lvl="0"/>
            <a:r>
              <a:rPr/>
              <a:t>~200 B/event ⇒ ~20 GB/day raw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Engineering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Store events and support: “all events for user X” and “all events for item Y”</a:t>
            </a:r>
          </a:p>
          <a:p>
            <a:pPr lvl="0"/>
            <a:r>
              <a:rPr/>
              <a:t>Latency: p99 &lt; 50 ms for key-based reads</a:t>
            </a:r>
          </a:p>
          <a:p>
            <a:pPr lvl="0"/>
            <a:r>
              <a:rPr/>
              <a:t>Throughput: 100M writes/day sustained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 (1/4)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1: Scale and Access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100M events/day ⇒ ~1,157 writes/sec avg; peak ~6K/sec</a:t>
            </a:r>
          </a:p>
          <a:p>
            <a:pPr lvl="0"/>
            <a:r>
              <a:rPr/>
              <a:t>Two access patterns: by user_id, by item_id</a:t>
            </a:r>
          </a:p>
          <a:p>
            <a:pPr lvl="0"/>
            <a:r>
              <a:rPr/>
              <a:t>Single-node: storage and throughput insufficient</a:t>
            </a:r>
          </a:p>
          <a:p>
            <a:pPr lvl="0"/>
            <a:r>
              <a:rPr/>
              <a:t>Need partitioning and clear access design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 (2/4)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2: SQL Design and Join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Tables: users, items, events (user_id, item_id, action, ts)</a:t>
            </a:r>
          </a:p>
          <a:p>
            <a:pPr lvl="0"/>
            <a:r>
              <a:rPr/>
              <a:t>“Events for user X” ⇒ filter events by user_id; optional join to items</a:t>
            </a:r>
          </a:p>
          <a:p>
            <a:pPr lvl="0"/>
            <a:r>
              <a:rPr/>
              <a:t>If users and events on different partitions ⇒ cross-partition read</a:t>
            </a:r>
          </a:p>
          <a:p>
            <a:pPr lvl="0"/>
            <a:r>
              <a:rPr/>
              <a:t>Transfer ~2 GB for 10M events ⇒ 16 s at 1 Gbps plus compute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Query 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Diagram: week2_lecture_slide35_query_flow.puml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 (3/4)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3: NoSQL Design and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Partition by user_id: hash(user_id) mod N</a:t>
            </a:r>
          </a:p>
          <a:p>
            <a:pPr lvl="0"/>
            <a:r>
              <a:rPr/>
              <a:t>Store events co-located with user (e.g. document or wide-column)</a:t>
            </a:r>
          </a:p>
          <a:p>
            <a:pPr lvl="0"/>
            <a:r>
              <a:rPr/>
              <a:t>“Events for user X” ⇒ single-partition read ⇒ 1–5 ms</a:t>
            </a:r>
          </a:p>
          <a:p>
            <a:pPr lvl="0"/>
            <a:r>
              <a:rPr/>
              <a:t>“Events for item Y” ⇒ different access path; need second index or table partitioned by item_id</a:t>
            </a:r>
          </a:p>
          <a:p>
            <a:pPr lvl="0"/>
            <a:r>
              <a:rPr/>
              <a:t>Trade-off: denormalize or maintain two views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 (4/4)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Output and Engineering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NoSQL key-based: ~5 ms for “events for user X”; SQL cross-partition: tens of seconds</a:t>
            </a:r>
          </a:p>
          <a:p>
            <a:pPr lvl="0"/>
            <a:r>
              <a:rPr/>
              <a:t>NoSQL avoids cross-partition joins for primary access pattern</a:t>
            </a:r>
          </a:p>
          <a:p>
            <a:pPr lvl="0"/>
            <a:r>
              <a:rPr/>
              <a:t>Trade-off: complex analytics (e.g. “top items globally”) harder in NoSQL; use SQL or analytics store</a:t>
            </a:r>
          </a:p>
          <a:p>
            <a:pPr lvl="0"/>
            <a:r>
              <a:rPr/>
              <a:t>Decision: use NoSQL for serving, batch/SQL for analytics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 (1/3)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Single-node: T ∝ data size / disk bandwidth</a:t>
            </a:r>
          </a:p>
          <a:p>
            <a:pPr lvl="0"/>
            <a:r>
              <a:rPr/>
              <a:t>Distributed: T ∝ data size / bandwidth + network latency × stages</a:t>
            </a:r>
          </a:p>
          <a:p>
            <a:pPr lvl="0"/>
            <a:r>
              <a:rPr/>
              <a:t>Join: add shuffle time; shuffle often dominates</a:t>
            </a:r>
          </a:p>
          <a:p>
            <a:pPr lvl="0"/>
            <a:r>
              <a:rPr/>
              <a:t>Example: 1M queries, 1 ms vs 10 ms ⇒ 1,000 s vs 10,000 s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Numeric Example: Nodes for Social Posts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100M users; 10 posts/user/day ⇒ 1B posts/day ⇒ ~11,574/sec avg</a:t>
            </a:r>
          </a:p>
          <a:p>
            <a:pPr lvl="0"/>
            <a:r>
              <a:rPr/>
              <a:t>Peak 5× ⇒ ~57,870 writes/sec</a:t>
            </a:r>
          </a:p>
          <a:p>
            <a:pPr lvl="0"/>
            <a:r>
              <a:rPr/>
              <a:t>Single node: ~10K writes/sec ⇒ need 6 nodes for writes</a:t>
            </a:r>
          </a:p>
          <a:p>
            <a:pPr lvl="0"/>
            <a:r>
              <a:rPr/>
              <a:t>Partition by user_id; 6 partitions ⇒ ~16.7M users each</a:t>
            </a:r>
          </a:p>
          <a:p>
            <a:pPr lvl="0"/>
            <a:r>
              <a:rPr/>
              <a:t>With RF 3: 18 nodes total (6 × 3); 3× storage, 2 node failures OK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 (2/3)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Memory and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Per-node memory: limit working set, sorts, joins</a:t>
            </a:r>
          </a:p>
          <a:p>
            <a:pPr lvl="0"/>
            <a:r>
              <a:rPr/>
              <a:t>Storage: data size × replication factor</a:t>
            </a:r>
          </a:p>
          <a:p>
            <a:pPr lvl="0"/>
            <a:r>
              <a:rPr/>
              <a:t>Example: 100 GB × RF 3 ⇒ 300 GB total</a:t>
            </a:r>
          </a:p>
          <a:p>
            <a:pPr lvl="0"/>
            <a:r>
              <a:rPr/>
              <a:t>Growth: plan for 2× in 12–18 months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 (3/3)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Network, Throughput, Latency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Throughput: ops/sec ≈ min(disk, network, CPU) per node × nodes</a:t>
            </a:r>
          </a:p>
          <a:p>
            <a:pPr lvl="0"/>
            <a:r>
              <a:rPr/>
              <a:t>Latency: local read ~1–5 ms; cross-partition ~10–100 ms</a:t>
            </a:r>
          </a:p>
          <a:p>
            <a:pPr lvl="0"/>
            <a:r>
              <a:rPr/>
              <a:t>Write amplification: 1 write ⇒ RF copies over network</a:t>
            </a:r>
          </a:p>
          <a:p>
            <a:pPr lvl="0"/>
            <a:r>
              <a:rPr/>
              <a:t>Example: 1 KB write, RF 3 ⇒ 3 KB network traffic per write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 (1/3)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Pitfall: Hot Partitions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Single key gets disproportionate load (e.g. celebrity user)</a:t>
            </a:r>
          </a:p>
          <a:p>
            <a:pPr lvl="0"/>
            <a:r>
              <a:rPr/>
              <a:t>One partition throttled; others idle</a:t>
            </a:r>
          </a:p>
          <a:p>
            <a:pPr lvl="0"/>
            <a:r>
              <a:rPr/>
              <a:t>Mitigation: salt keys, cache, or split heavy keys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 (2/3)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 Scenario: Network Partition (Split-Brain)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Nodes A and B,C in separate partitions; A cannot reach B,C</a:t>
            </a:r>
          </a:p>
          <a:p>
            <a:pPr lvl="0"/>
            <a:r>
              <a:rPr/>
              <a:t>Writes accepted in both sides ⇒ divergent state</a:t>
            </a:r>
          </a:p>
          <a:p>
            <a:pPr lvl="0"/>
            <a:r>
              <a:rPr/>
              <a:t>Merge on heal: conflicts, last-writer-wins, or manual resolution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 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Diagram: week2_lecture_slide42_failure_partition.puml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 (3/3)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Detection and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Monitor: latency p99, error rates, replica lag</a:t>
            </a:r>
          </a:p>
          <a:p>
            <a:pPr lvl="0"/>
            <a:r>
              <a:rPr/>
              <a:t>Alerts: lag &gt; threshold, partition events, node down</a:t>
            </a:r>
          </a:p>
          <a:p>
            <a:pPr lvl="0"/>
            <a:r>
              <a:rPr/>
              <a:t>Mitigation: quorum writes, failover, idempotent producers</a:t>
            </a:r>
          </a:p>
          <a:p>
            <a:pPr lvl="0"/>
            <a:r>
              <a:rPr/>
              <a:t>Run chaos or partition drills in non-prod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Design for failure: assume nodes and links fail</a:t>
            </a:r>
          </a:p>
          <a:p>
            <a:pPr lvl="0"/>
            <a:r>
              <a:rPr/>
              <a:t>Partition to avoid cross-partition joins for hot paths</a:t>
            </a:r>
          </a:p>
          <a:p>
            <a:pPr lvl="0"/>
            <a:r>
              <a:rPr/>
              <a:t>Choose replication factor from durability and read load</a:t>
            </a:r>
          </a:p>
          <a:p>
            <a:pPr lvl="0"/>
            <a:r>
              <a:rPr/>
              <a:t>Prefer single-partition ops for latency-sensitive APIs</a:t>
            </a:r>
          </a:p>
          <a:p>
            <a:pPr lvl="0"/>
            <a:r>
              <a:rPr/>
              <a:t>Use SQL/analytics store for complex ad-hoc queries</a:t>
            </a:r>
          </a:p>
          <a:p>
            <a:pPr lvl="0"/>
            <a:r>
              <a:rPr/>
              <a:t>Monitor latency, throughput, and replica lag</a:t>
            </a:r>
          </a:p>
          <a:p>
            <a:pPr lvl="0"/>
            <a:r>
              <a:rPr/>
              <a:t>Test failover and partition scenarios</a:t>
            </a:r>
          </a:p>
          <a:p>
            <a:pPr lvl="0"/>
            <a:r>
              <a:rPr/>
              <a:t>Document trade-offs (CAP, cost, complexity) for your use case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Single-node hits storage, throughput, and availability limits</a:t>
            </a:r>
          </a:p>
          <a:p>
            <a:pPr lvl="0"/>
            <a:r>
              <a:rPr/>
              <a:t>Distributed systems add network and partial failure</a:t>
            </a:r>
          </a:p>
          <a:p>
            <a:pPr lvl="0"/>
            <a:r>
              <a:rPr/>
              <a:t>SQL shines for joins and transactions; NoSQL for key-scale and flexibility</a:t>
            </a:r>
          </a:p>
          <a:p>
            <a:pPr lvl="0"/>
            <a:r>
              <a:rPr/>
              <a:t>Partitioning and replication enable scale; both have cost and failure modes</a:t>
            </a:r>
          </a:p>
          <a:p>
            <a:pPr lvl="0"/>
            <a:r>
              <a:rPr/>
              <a:t>CAP forces explicit trade-offs; design for your requirements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Pointers to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Compute partition sizes and counts from data volume and key distribution</a:t>
            </a:r>
          </a:p>
          <a:p>
            <a:pPr lvl="0"/>
            <a:r>
              <a:rPr/>
              <a:t>Reason about replication factor and write amplification</a:t>
            </a:r>
          </a:p>
          <a:p>
            <a:pPr lvl="0"/>
            <a:r>
              <a:rPr/>
              <a:t>Compare SQL vs NoSQL for given access patterns and constraints</a:t>
            </a:r>
          </a:p>
          <a:p>
            <a:pPr lvl="0"/>
            <a:r>
              <a:rPr/>
              <a:t>Analyze CAP trade-offs in concrete scenarios</a:t>
            </a:r>
          </a:p>
          <a:p>
            <a:pPr lvl="0"/>
            <a:r>
              <a:rPr/>
              <a:t>Design partitioning schemes and justify choices</a:t>
            </a:r>
          </a:p>
          <a:p>
            <a:pPr lvl="0"/>
            <a:r>
              <a:rPr/>
              <a:t>Evaluate failure modes and mitigation strategies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מסך רחב</PresentationFormat>
  <Paragraphs>0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2026-01-29T05:06:57Z</dcterms:created>
  <dcterms:modified xsi:type="dcterms:W3CDTF">2026-01-29T05:06:57Z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