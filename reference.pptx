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9"/>
    <p:restoredTop sz="94811"/>
  </p:normalViewPr>
  <p:slideViewPr>
    <p:cSldViewPr snapToGrid="0" snapToObjects="1">
      <p:cViewPr varScale="1">
        <p:scale>
          <a:sx n="111" d="100"/>
          <a:sy n="111" d="100"/>
        </p:scale>
        <p:origin x="640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88C2F8D5-7A60-546D-875A-304D07F10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D979C77-A289-3785-8842-26F881D78C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DD925C12-D9C3-4748-B45F-0C5A2B3C54BA}" type="datetimeFigureOut">
              <a:rPr lang="he-IL" smtClean="0"/>
              <a:t>כ"ג.שבט.תשפ"ו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5C9FE86-F05A-482D-7862-48D4B6C826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E3168A6-B486-C302-FB0F-AE3062FB7E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1374EC9-4CFD-FD43-9C33-B918F366C0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5088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AD1E319-67F0-2846-8742-18CC0BED76BD}" type="datetimeFigureOut">
              <a:rPr lang="he-IL" smtClean="0"/>
              <a:t>כ"ג.שבט.תשפ"ו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B4D671-CB68-3E4A-A3F6-4231BF4008F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4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660142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7894" y="2569580"/>
            <a:ext cx="5864506" cy="3556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0972800"/>
                      <a:gd name="csY0" fmla="*/ 0 h 1143000"/>
                      <a:gd name="csX1" fmla="*/ 10972800 w 10972800"/>
                      <a:gd name="csY1" fmla="*/ 0 h 1143000"/>
                      <a:gd name="csX2" fmla="*/ 10972800 w 10972800"/>
                      <a:gd name="csY2" fmla="*/ 1143000 h 1143000"/>
                      <a:gd name="csX3" fmla="*/ 0 w 10972800"/>
                      <a:gd name="csY3" fmla="*/ 1143000 h 1143000"/>
                      <a:gd name="csX4" fmla="*/ 0 w 10972800"/>
                      <a:gd name="csY4" fmla="*/ 0 h 11430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0972800" h="1143000" fill="none" extrusionOk="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w="10972800" h="1143000" stroke="0" extrusionOk="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10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7150" cap="sq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0000"/>
        </a:lnSpc>
        <a:spcBef>
          <a:spcPts val="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76E2397-57F2-61E8-F275-78F999F2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99BCB3D-7831-8426-52DB-18C7C0CE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C3436E2-9686-8904-0C66-493076DA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2903F91-ADF5-0D3D-0C23-E4B57A6B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F93FB33-0758-9986-1DC6-188C959E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D58C5CE-DFCF-660F-D9AE-777D3E9B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28E0939-8F8B-B43F-DA05-A34B7851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87CDEA9-10B5-22F5-B8CD-68B31B6E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609600" y="1535113"/>
            <a:ext cx="5386917" cy="63976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609600" y="2174875"/>
            <a:ext cx="5386917" cy="3951288"/>
          </a:xfrm>
        </p:spPr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6193368" y="1535113"/>
            <a:ext cx="5389033" cy="63976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מציין מיקום של כותרת תחתונה 6">
            <a:extLst>
              <a:ext uri="{FF2B5EF4-FFF2-40B4-BE49-F238E27FC236}">
                <a16:creationId xmlns:a16="http://schemas.microsoft.com/office/drawing/2014/main" id="{CB82FDF4-9C9F-22B8-18ED-CF837F49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8" name="מציין מיקום של מספר שקופית 7">
            <a:extLst>
              <a:ext uri="{FF2B5EF4-FFF2-40B4-BE49-F238E27FC236}">
                <a16:creationId xmlns:a16="http://schemas.microsoft.com/office/drawing/2014/main" id="{DC0FE5F5-87D6-AECA-801A-14FB02FB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6A18BE-6ED1-6004-CF55-9D592139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EABDF48-DC8D-BFDE-AEB2-DCF1EC8A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D429D21-3B08-1D7C-0020-C243FC95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52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FB49C87-11C1-D17C-A9D7-503E6331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678E26E-66E1-047D-0890-F9E4A065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21</Words>
  <Application>Microsoft Macintosh PowerPoint</Application>
  <PresentationFormat>מסך רחב</PresentationFormat>
  <Paragraphs>14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 Perets</cp:lastModifiedBy>
  <cp:revision>36</cp:revision>
  <dcterms:created xsi:type="dcterms:W3CDTF">2013-01-27T09:14:16Z</dcterms:created>
  <dcterms:modified xsi:type="dcterms:W3CDTF">2026-02-10T10:18:07Z</dcterms:modified>
  <cp:category/>
</cp:coreProperties>
</file>