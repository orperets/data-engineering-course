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1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862"/>
    <p:restoredTop sz="94719"/>
  </p:normalViewPr>
  <p:slideViewPr>
    <p:cSldViewPr snapToGrid="0" snapToObjects="1">
      <p:cViewPr varScale="1">
        <p:scale>
          <a:sx n="148" d="100"/>
          <a:sy n="148" d="100"/>
        </p:scale>
        <p:origin x="1528" y="19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118" d="100"/>
          <a:sy n="118" d="100"/>
        </p:scale>
        <p:origin x="5160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עליונה 1">
            <a:extLst>
              <a:ext uri="{FF2B5EF4-FFF2-40B4-BE49-F238E27FC236}">
                <a16:creationId xmlns:a16="http://schemas.microsoft.com/office/drawing/2014/main" id="{88C2F8D5-7A60-546D-875A-304D07F1058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388620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מציין מיקום של תאריך 2">
            <a:extLst>
              <a:ext uri="{FF2B5EF4-FFF2-40B4-BE49-F238E27FC236}">
                <a16:creationId xmlns:a16="http://schemas.microsoft.com/office/drawing/2014/main" id="{ED979C77-A289-3785-8842-26F881D78C9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1588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/>
            </a:lvl1pPr>
          </a:lstStyle>
          <a:p>
            <a:fld id="{DD925C12-D9C3-4748-B45F-0C5A2B3C54BA}" type="datetimeFigureOut">
              <a:rPr lang="he-IL" smtClean="0"/>
              <a:t>י"ג.שבט.תשפ"ו</a:t>
            </a:fld>
            <a:endParaRPr lang="he-IL"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C5C9FE86-F05A-482D-7862-48D4B6C8269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38862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DE3168A6-B486-C302-FB0F-AE3062FB7EC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1588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/>
            </a:lvl1pPr>
          </a:lstStyle>
          <a:p>
            <a:fld id="{F1374EC9-4CFD-FD43-9C33-B918F366C087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250884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עליונה 1"/>
          <p:cNvSpPr>
            <a:spLocks noGrp="1"/>
          </p:cNvSpPr>
          <p:nvPr>
            <p:ph type="hdr" sz="quarter"/>
          </p:nvPr>
        </p:nvSpPr>
        <p:spPr>
          <a:xfrm>
            <a:off x="388620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idx="1"/>
          </p:nvPr>
        </p:nvSpPr>
        <p:spPr>
          <a:xfrm>
            <a:off x="1588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/>
            </a:lvl1pPr>
          </a:lstStyle>
          <a:p>
            <a:fld id="{CAD1E319-67F0-2846-8742-18CC0BED76BD}" type="datetimeFigureOut">
              <a:rPr lang="he-IL" smtClean="0"/>
              <a:t>י"ג.שבט.תשפ"ו</a:t>
            </a:fld>
            <a:endParaRPr lang="he-IL"/>
          </a:p>
        </p:txBody>
      </p:sp>
      <p:sp>
        <p:nvSpPr>
          <p:cNvPr id="4" name="מציין מיקום של תמונת שקופית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1" anchor="ctr"/>
          <a:lstStyle/>
          <a:p>
            <a:endParaRPr lang="he-IL"/>
          </a:p>
        </p:txBody>
      </p:sp>
      <p:sp>
        <p:nvSpPr>
          <p:cNvPr id="5" name="מציין מיקום של הערות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1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4"/>
          </p:nvPr>
        </p:nvSpPr>
        <p:spPr>
          <a:xfrm>
            <a:off x="38862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5"/>
          </p:nvPr>
        </p:nvSpPr>
        <p:spPr>
          <a:xfrm>
            <a:off x="1588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/>
            </a:lvl1pPr>
          </a:lstStyle>
          <a:p>
            <a:fld id="{B6B4D671-CB68-3E4A-A3F6-4231BF4008F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86463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2130426"/>
            <a:ext cx="10363200" cy="1470025"/>
          </a:xfrm>
        </p:spPr>
        <p:txBody>
          <a:bodyPr/>
          <a:lstStyle>
            <a:lvl1pPr>
              <a:defRPr sz="4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964B5F-BAD9-9946-9D71-AB5C763DA70C}" type="datetime9">
              <a:rPr lang="he-IL" smtClean="0"/>
              <a:t>31 ינואר,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4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1EEA0-9609-584F-90F2-46E4F93E52CD}" type="datetime9">
              <a:rPr lang="he-IL" smtClean="0"/>
              <a:t>31 ינואר,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A6A5E-CA21-6B4F-9DE7-1A275F321E49}" type="datetime9">
              <a:rPr lang="he-IL" smtClean="0"/>
              <a:t>31 ינואר,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29F15AE-737D-866E-3CF2-D0120AD833A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4400" y="2130426"/>
            <a:ext cx="10363200" cy="1470025"/>
          </a:xfrm>
        </p:spPr>
        <p:txBody>
          <a:bodyPr/>
          <a:lstStyle>
            <a:lvl1pPr>
              <a:defRPr sz="42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C6960-90E0-EA41-937B-E68D4C6A0841}" type="datetime9">
              <a:rPr lang="he-IL" smtClean="0"/>
              <a:t>31 ינואר,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AE1C8-A9FA-924F-80DA-3B96C0343AF4}" type="datetime9">
              <a:rPr lang="he-IL" smtClean="0"/>
              <a:t>31 ינואר, 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92AE4-510D-3C40-B9B0-AA6693EED883}" type="datetime9">
              <a:rPr lang="he-IL" smtClean="0"/>
              <a:t>31 ינואר, 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5D179-4B48-7641-AFA1-4656153FFCB8}" type="datetime9">
              <a:rPr lang="he-IL" smtClean="0"/>
              <a:t>31 ינואר, 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69621" y="1546412"/>
            <a:ext cx="6338761" cy="457975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609601" y="1546412"/>
            <a:ext cx="5030548" cy="4579752"/>
          </a:xfrm>
        </p:spPr>
        <p:txBody>
          <a:bodyPr/>
          <a:lstStyle>
            <a:lvl1pPr marL="0" indent="0">
              <a:lnSpc>
                <a:spcPct val="150000"/>
              </a:lnSpc>
              <a:buNone/>
              <a:defRPr sz="2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96A8D-C7E4-194A-BF0A-D552B24EBF94}" type="datetime9">
              <a:rPr lang="he-IL" smtClean="0"/>
              <a:t>31 ינואר,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F24627C-5938-5D06-969C-341161F72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B2D52-0D9F-F345-8384-0DCA30BF1F04}" type="datetime9">
              <a:rPr lang="he-IL" smtClean="0"/>
              <a:t>31 ינואר,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44ED6-1944-D14D-91B5-FC6036DE393D}" type="datetime9">
              <a:rPr lang="he-IL" smtClean="0"/>
              <a:t>31 ינואר,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68E4D-FFEC-474C-BD1C-299FD021CBA4}" type="datetime9">
              <a:rPr lang="he-IL" smtClean="0"/>
              <a:t>31 ינואר,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oundRect">
            <a:avLst/>
          </a:prstGeom>
          <a:ln w="12700">
            <a:solidFill>
              <a:schemeClr val="accent2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10972800"/>
                      <a:gd name="csY0" fmla="*/ 0 h 1143000"/>
                      <a:gd name="csX1" fmla="*/ 10972800 w 10972800"/>
                      <a:gd name="csY1" fmla="*/ 0 h 1143000"/>
                      <a:gd name="csX2" fmla="*/ 10972800 w 10972800"/>
                      <a:gd name="csY2" fmla="*/ 1143000 h 1143000"/>
                      <a:gd name="csX3" fmla="*/ 0 w 10972800"/>
                      <a:gd name="csY3" fmla="*/ 1143000 h 1143000"/>
                      <a:gd name="csX4" fmla="*/ 0 w 10972800"/>
                      <a:gd name="csY4" fmla="*/ 0 h 11430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10972800" h="1143000" fill="none" extrusionOk="0">
                        <a:moveTo>
                          <a:pt x="0" y="0"/>
                        </a:moveTo>
                        <a:cubicBezTo>
                          <a:pt x="4674310" y="-49533"/>
                          <a:pt x="6929254" y="-14809"/>
                          <a:pt x="10972800" y="0"/>
                        </a:cubicBezTo>
                        <a:cubicBezTo>
                          <a:pt x="10969069" y="570730"/>
                          <a:pt x="11062171" y="914526"/>
                          <a:pt x="10972800" y="1143000"/>
                        </a:cubicBezTo>
                        <a:cubicBezTo>
                          <a:pt x="6482996" y="1094769"/>
                          <a:pt x="3552735" y="1227455"/>
                          <a:pt x="0" y="1143000"/>
                        </a:cubicBezTo>
                        <a:cubicBezTo>
                          <a:pt x="69309" y="672287"/>
                          <a:pt x="-28229" y="279082"/>
                          <a:pt x="0" y="0"/>
                        </a:cubicBezTo>
                        <a:close/>
                      </a:path>
                      <a:path w="10972800" h="1143000" stroke="0" extrusionOk="0">
                        <a:moveTo>
                          <a:pt x="0" y="0"/>
                        </a:moveTo>
                        <a:cubicBezTo>
                          <a:pt x="3528079" y="118645"/>
                          <a:pt x="9610931" y="116012"/>
                          <a:pt x="10972800" y="0"/>
                        </a:cubicBezTo>
                        <a:cubicBezTo>
                          <a:pt x="11055528" y="134374"/>
                          <a:pt x="10882381" y="1028043"/>
                          <a:pt x="10972800" y="1143000"/>
                        </a:cubicBezTo>
                        <a:cubicBezTo>
                          <a:pt x="8799093" y="1277600"/>
                          <a:pt x="3316512" y="985804"/>
                          <a:pt x="0" y="1143000"/>
                        </a:cubicBezTo>
                        <a:cubicBezTo>
                          <a:pt x="94203" y="956839"/>
                          <a:pt x="-18710" y="289479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A9E24A-D52C-CB4E-85D6-C52415601A2A}" type="datetime9">
              <a:rPr lang="he-IL" smtClean="0"/>
              <a:t>31 ינואר,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Freeform 6">
            <a:extLst>
              <a:ext uri="{FF2B5EF4-FFF2-40B4-BE49-F238E27FC236}">
                <a16:creationId xmlns:a16="http://schemas.microsoft.com/office/drawing/2014/main" id="{9E54F053-C5B3-FA53-FB24-F76EBC23E5F7}"/>
              </a:ext>
            </a:extLst>
          </p:cNvPr>
          <p:cNvSpPr/>
          <p:nvPr/>
        </p:nvSpPr>
        <p:spPr>
          <a:xfrm>
            <a:off x="10492509" y="-832013"/>
            <a:ext cx="5901557" cy="7690013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7150" cap="sq">
            <a:solidFill>
              <a:srgbClr val="941100">
                <a:alpha val="44000"/>
              </a:srgbClr>
            </a:solidFill>
            <a:prstDash val="solid"/>
            <a:miter/>
          </a:ln>
        </p:spPr>
        <p:txBody>
          <a:bodyPr/>
          <a:lstStyle/>
          <a:p>
            <a:endParaRPr lang="en-IL"/>
          </a:p>
        </p:txBody>
      </p:sp>
      <p:sp>
        <p:nvSpPr>
          <p:cNvPr id="12" name="Freeform 20">
            <a:extLst>
              <a:ext uri="{FF2B5EF4-FFF2-40B4-BE49-F238E27FC236}">
                <a16:creationId xmlns:a16="http://schemas.microsoft.com/office/drawing/2014/main" id="{C6ADFD82-3296-8C7F-2ACC-D8399785AC79}"/>
              </a:ext>
            </a:extLst>
          </p:cNvPr>
          <p:cNvSpPr/>
          <p:nvPr/>
        </p:nvSpPr>
        <p:spPr>
          <a:xfrm>
            <a:off x="-6457700" y="-1080266"/>
            <a:ext cx="7329616" cy="7329616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14350" cap="sq">
            <a:solidFill>
              <a:srgbClr val="941100">
                <a:alpha val="17929"/>
              </a:srgbClr>
            </a:solidFill>
            <a:prstDash val="solid"/>
            <a:miter/>
          </a:ln>
        </p:spPr>
        <p:txBody>
          <a:bodyPr/>
          <a:lstStyle/>
          <a:p>
            <a:endParaRPr lang="en-IL" sz="933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1" latinLnBrk="0" hangingPunct="1">
        <a:spcBef>
          <a:spcPct val="0"/>
        </a:spcBef>
        <a:buNone/>
        <a:defRPr sz="3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–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»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876E2397-57F2-61E8-F275-78F999F2E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599BCB3D-7831-8426-52DB-18C7C0CE8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1C3436E2-9686-8904-0C66-493076DA7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D2903F91-ADF5-0D3D-0C23-E4B57A6B6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AF93FB33-0758-9986-1DC6-188C959E7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8D58C5CE-DFCF-660F-D9AE-777D3E9B95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328E0939-8F8B-B43F-DA05-A34B7851B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687CDEA9-10B5-22F5-B8CD-68B31B6E9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מציין מיקום של כותרת תחתונה 6">
            <a:extLst>
              <a:ext uri="{FF2B5EF4-FFF2-40B4-BE49-F238E27FC236}">
                <a16:creationId xmlns:a16="http://schemas.microsoft.com/office/drawing/2014/main" id="{CB82FDF4-9C9F-22B8-18ED-CF837F49B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8" name="מציין מיקום של מספר שקופית 7">
            <a:extLst>
              <a:ext uri="{FF2B5EF4-FFF2-40B4-BE49-F238E27FC236}">
                <a16:creationId xmlns:a16="http://schemas.microsoft.com/office/drawing/2014/main" id="{DC0FE5F5-87D6-AECA-801A-14FB02FB2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CFB49C87-11C1-D17C-A9D7-503E633110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5678E26E-66E1-047D-0890-F9E4A06586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11</TotalTime>
  <Words>18</Words>
  <Application>Microsoft Macintosh PowerPoint</Application>
  <PresentationFormat>מסך רחב</PresentationFormat>
  <Paragraphs>12</Paragraphs>
  <Slides>6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6</vt:i4>
      </vt:variant>
    </vt:vector>
  </HeadingPairs>
  <TitlesOfParts>
    <vt:vector size="10" baseType="lpstr">
      <vt:lpstr>Aptos</vt:lpstr>
      <vt:lpstr>Arial</vt:lpstr>
      <vt:lpstr>Calibri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Or Perets</cp:lastModifiedBy>
  <cp:revision>15</cp:revision>
  <dcterms:created xsi:type="dcterms:W3CDTF">2013-01-27T09:14:16Z</dcterms:created>
  <dcterms:modified xsi:type="dcterms:W3CDTF">2026-01-31T06:32:36Z</dcterms:modified>
  <cp:category/>
</cp:coreProperties>
</file>