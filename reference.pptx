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8"/>
  </p:handout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3"/>
    <p:restoredTop sz="94719"/>
  </p:normalViewPr>
  <p:slideViewPr>
    <p:cSldViewPr snapToGrid="0" snapToObjects="1">
      <p:cViewPr>
        <p:scale>
          <a:sx n="123" d="100"/>
          <a:sy n="123" d="100"/>
        </p:scale>
        <p:origin x="2856" y="118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>
            <a:extLst>
              <a:ext uri="{FF2B5EF4-FFF2-40B4-BE49-F238E27FC236}">
                <a16:creationId xmlns:a16="http://schemas.microsoft.com/office/drawing/2014/main" id="{88C2F8D5-7A60-546D-875A-304D07F105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ED979C77-A289-3785-8842-26F881D78C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DD925C12-D9C3-4748-B45F-0C5A2B3C54BA}" type="datetimeFigureOut">
              <a:rPr lang="he-IL" smtClean="0"/>
              <a:t>י"א.שבט.תשפ"ו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C5C9FE86-F05A-482D-7862-48D4B6C8269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DE3168A6-B486-C302-FB0F-AE3062FB7EC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F1374EC9-4CFD-FD43-9C33-B918F366C087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250884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oundRect">
            <a:avLst/>
          </a:prstGeom>
          <a:ln w="12700"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10972800"/>
                      <a:gd name="csY0" fmla="*/ 0 h 1143000"/>
                      <a:gd name="csX1" fmla="*/ 10972800 w 10972800"/>
                      <a:gd name="csY1" fmla="*/ 0 h 1143000"/>
                      <a:gd name="csX2" fmla="*/ 10972800 w 10972800"/>
                      <a:gd name="csY2" fmla="*/ 1143000 h 1143000"/>
                      <a:gd name="csX3" fmla="*/ 0 w 10972800"/>
                      <a:gd name="csY3" fmla="*/ 1143000 h 1143000"/>
                      <a:gd name="csX4" fmla="*/ 0 w 10972800"/>
                      <a:gd name="csY4" fmla="*/ 0 h 11430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0972800" h="1143000" fill="none" extrusionOk="0">
                        <a:moveTo>
                          <a:pt x="0" y="0"/>
                        </a:moveTo>
                        <a:cubicBezTo>
                          <a:pt x="4674310" y="-49533"/>
                          <a:pt x="6929254" y="-14809"/>
                          <a:pt x="10972800" y="0"/>
                        </a:cubicBezTo>
                        <a:cubicBezTo>
                          <a:pt x="10969069" y="570730"/>
                          <a:pt x="11062171" y="914526"/>
                          <a:pt x="10972800" y="1143000"/>
                        </a:cubicBezTo>
                        <a:cubicBezTo>
                          <a:pt x="6482996" y="1094769"/>
                          <a:pt x="3552735" y="1227455"/>
                          <a:pt x="0" y="1143000"/>
                        </a:cubicBezTo>
                        <a:cubicBezTo>
                          <a:pt x="69309" y="672287"/>
                          <a:pt x="-28229" y="279082"/>
                          <a:pt x="0" y="0"/>
                        </a:cubicBezTo>
                        <a:close/>
                      </a:path>
                      <a:path w="10972800" h="1143000" stroke="0" extrusionOk="0">
                        <a:moveTo>
                          <a:pt x="0" y="0"/>
                        </a:moveTo>
                        <a:cubicBezTo>
                          <a:pt x="3528079" y="118645"/>
                          <a:pt x="9610931" y="116012"/>
                          <a:pt x="10972800" y="0"/>
                        </a:cubicBezTo>
                        <a:cubicBezTo>
                          <a:pt x="11055528" y="134374"/>
                          <a:pt x="10882381" y="1028043"/>
                          <a:pt x="10972800" y="1143000"/>
                        </a:cubicBezTo>
                        <a:cubicBezTo>
                          <a:pt x="8799093" y="1277600"/>
                          <a:pt x="3316512" y="985804"/>
                          <a:pt x="0" y="1143000"/>
                        </a:cubicBezTo>
                        <a:cubicBezTo>
                          <a:pt x="94203" y="956839"/>
                          <a:pt x="-18710" y="28947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 6">
            <a:extLst>
              <a:ext uri="{FF2B5EF4-FFF2-40B4-BE49-F238E27FC236}">
                <a16:creationId xmlns:a16="http://schemas.microsoft.com/office/drawing/2014/main" id="{9E54F053-C5B3-FA53-FB24-F76EBC23E5F7}"/>
              </a:ext>
            </a:extLst>
          </p:cNvPr>
          <p:cNvSpPr/>
          <p:nvPr/>
        </p:nvSpPr>
        <p:spPr>
          <a:xfrm>
            <a:off x="10492509" y="-832013"/>
            <a:ext cx="5901557" cy="7690013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 cap="sq">
            <a:solidFill>
              <a:srgbClr val="941100">
                <a:alpha val="44000"/>
              </a:srgbClr>
            </a:solidFill>
            <a:prstDash val="solid"/>
            <a:miter/>
          </a:ln>
        </p:spPr>
        <p:txBody>
          <a:bodyPr/>
          <a:lstStyle/>
          <a:p>
            <a:endParaRPr lang="en-IL"/>
          </a:p>
        </p:txBody>
      </p:sp>
      <p:sp>
        <p:nvSpPr>
          <p:cNvPr id="12" name="Freeform 20">
            <a:extLst>
              <a:ext uri="{FF2B5EF4-FFF2-40B4-BE49-F238E27FC236}">
                <a16:creationId xmlns:a16="http://schemas.microsoft.com/office/drawing/2014/main" id="{C6ADFD82-3296-8C7F-2ACC-D8399785AC79}"/>
              </a:ext>
            </a:extLst>
          </p:cNvPr>
          <p:cNvSpPr/>
          <p:nvPr/>
        </p:nvSpPr>
        <p:spPr>
          <a:xfrm>
            <a:off x="-6457700" y="-1088358"/>
            <a:ext cx="7329616" cy="7329616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14350" cap="sq">
            <a:solidFill>
              <a:srgbClr val="941100">
                <a:alpha val="17929"/>
              </a:srgbClr>
            </a:solidFill>
            <a:prstDash val="solid"/>
            <a:miter/>
          </a:ln>
        </p:spPr>
        <p:txBody>
          <a:bodyPr/>
          <a:lstStyle/>
          <a:p>
            <a:endParaRPr lang="en-IL" sz="933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3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lnSpc>
          <a:spcPct val="130000"/>
        </a:lnSpc>
        <a:spcBef>
          <a:spcPts val="0"/>
        </a:spcBef>
        <a:buFont typeface="Arial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9</TotalTime>
  <Words>0</Words>
  <Application>Microsoft Macintosh PowerPoint</Application>
  <PresentationFormat>מסך רחב</PresentationFormat>
  <Paragraphs>0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Or Perets</cp:lastModifiedBy>
  <cp:revision>12</cp:revision>
  <dcterms:created xsi:type="dcterms:W3CDTF">2013-01-27T09:14:16Z</dcterms:created>
  <dcterms:modified xsi:type="dcterms:W3CDTF">2026-01-29T09:35:36Z</dcterms:modified>
  <cp:category/>
</cp:coreProperties>
</file>