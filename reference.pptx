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14"/>
    <p:restoredTop sz="94719"/>
  </p:normalViewPr>
  <p:slideViewPr>
    <p:cSldViewPr snapToGrid="0" snapToObjects="1">
      <p:cViewPr varScale="1">
        <p:scale>
          <a:sx n="158" d="100"/>
          <a:sy n="158" d="100"/>
        </p:scale>
        <p:origin x="440" y="1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19200" y="2066925"/>
            <a:ext cx="10363200" cy="1362075"/>
          </a:xfrm>
        </p:spPr>
        <p:txBody>
          <a:bodyPr anchor="t"/>
          <a:lstStyle>
            <a:lvl1pPr algn="ctr">
              <a:defRPr sz="4000" b="1" cap="all"/>
            </a:lvl1pPr>
          </a:lstStyle>
          <a:p>
            <a:r>
              <a:rPr lang="en-US" dirty="0"/>
              <a:t>MASTER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מסך רחב</PresentationFormat>
  <Paragraphs>0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Or Perets</cp:lastModifiedBy>
  <cp:revision>7</cp:revision>
  <dcterms:created xsi:type="dcterms:W3CDTF">2013-01-27T09:14:16Z</dcterms:created>
  <dcterms:modified xsi:type="dcterms:W3CDTF">2026-01-29T05:00:27Z</dcterms:modified>
  <cp:category/>
</cp:coreProperties>
</file>