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10"/>
    <p:restoredTop sz="94646"/>
  </p:normalViewPr>
  <p:slideViewPr>
    <p:cSldViewPr snapToGrid="0" snapToObjects="1">
      <p:cViewPr varScale="1">
        <p:scale>
          <a:sx n="111" d="100"/>
          <a:sy n="111" d="100"/>
        </p:scale>
        <p:origin x="168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z="240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z="240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/>
              <a:t>Click to edit Master text styles</a:t>
            </a:r>
          </a:p>
          <a:p>
            <a:pPr lvl="1"/>
            <a:r>
              <a:rPr lang="en-US" sz="2400" dirty="0"/>
              <a:t>Second level</a:t>
            </a:r>
          </a:p>
          <a:p>
            <a:pPr lvl="2"/>
            <a:r>
              <a:rPr lang="en-US" sz="2400" dirty="0"/>
              <a:t>Third level</a:t>
            </a:r>
          </a:p>
          <a:p>
            <a:pPr lvl="3"/>
            <a:r>
              <a:rPr lang="en-US" sz="2400" dirty="0"/>
              <a:t>Fourth level</a:t>
            </a:r>
          </a:p>
          <a:p>
            <a:pPr lvl="4"/>
            <a:r>
              <a:rPr lang="en-US" sz="2400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z="240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z="240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z="240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z="240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z="240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z="320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z="2400"/>
              <a:t>Click to edit Master text styles</a:t>
            </a:r>
          </a:p>
          <a:p>
            <a:pPr lvl="1"/>
            <a:r>
              <a:rPr lang="en-US" sz="2400"/>
              <a:t>Second level</a:t>
            </a:r>
          </a:p>
          <a:p>
            <a:pPr lvl="2"/>
            <a:r>
              <a:rPr lang="en-US" sz="2400"/>
              <a:t>Third level</a:t>
            </a:r>
          </a:p>
          <a:p>
            <a:pPr lvl="3"/>
            <a:r>
              <a:rPr lang="en-US" sz="2400"/>
              <a:t>Fourth level</a:t>
            </a:r>
          </a:p>
          <a:p>
            <a:pPr lvl="4"/>
            <a:r>
              <a:rPr lang="en-US" sz="240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0: Title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1: Title and Content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2: Section Header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3: Two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4: Comparison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5: Title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6: Blank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7: Content with Caption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8: Picture with Caption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9: Title and Vertical 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</a:defRPr>
            </a:pPr>
            <a:r>
              <a:t>Layout 10: Vertical Title and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</Words>
  <Application>Microsoft Macintosh PowerPoint</Application>
  <PresentationFormat>‫הצגה על המסך (4:3)</PresentationFormat>
  <Paragraphs>11</Paragraphs>
  <Slides>11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4</cp:revision>
  <dcterms:created xsi:type="dcterms:W3CDTF">2013-01-27T09:14:16Z</dcterms:created>
  <dcterms:modified xsi:type="dcterms:W3CDTF">2026-01-21T10:21:29Z</dcterms:modified>
  <cp:category/>
</cp:coreProperties>
</file>