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93D81CF-94F2-401A-BA57-92F5A7B2D0C5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סגנון ביניים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9154"/>
    <p:restoredTop sz="94882"/>
  </p:normalViewPr>
  <p:slideViewPr>
    <p:cSldViewPr snapToGrid="0" snapToObjects="1">
      <p:cViewPr varScale="1">
        <p:scale>
          <a:sx n="134" d="100"/>
          <a:sy n="134" d="100"/>
        </p:scale>
        <p:origin x="3560" y="80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>
            <a:extLst>
              <a:ext uri="{FF2B5EF4-FFF2-40B4-BE49-F238E27FC236}">
                <a16:creationId xmlns:a16="http://schemas.microsoft.com/office/drawing/2014/main" id="{88C2F8D5-7A60-546D-875A-304D07F105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ED979C77-A289-3785-8842-26F881D78C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DD925C12-D9C3-4748-B45F-0C5A2B3C54BA}" type="datetimeFigureOut">
              <a:rPr lang="he-IL" smtClean="0"/>
              <a:t>כ"א.אייר.תשפ"ו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C5C9FE86-F05A-482D-7862-48D4B6C8269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DE3168A6-B486-C302-FB0F-AE3062FB7EC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F1374EC9-4CFD-FD43-9C33-B918F366C087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250884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CAD1E319-67F0-2846-8742-18CC0BED76BD}" type="datetimeFigureOut">
              <a:rPr lang="he-IL" smtClean="0"/>
              <a:t>כ"א.אייר.תשפ"ו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B6B4D671-CB68-3E4A-A3F6-4231BF4008F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6463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64B5F-BAD9-9946-9D71-AB5C763DA70C}" type="datetime9">
              <a:rPr lang="he-IL" smtClean="0"/>
              <a:t>8 מאי,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1EEA0-9609-584F-90F2-46E4F93E52CD}" type="datetime9">
              <a:rPr lang="he-IL" smtClean="0"/>
              <a:t>8 מאי,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A6A5E-CA21-6B4F-9DE7-1A275F321E49}" type="datetime9">
              <a:rPr lang="he-IL" smtClean="0"/>
              <a:t>8 מאי,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6840" y="1600201"/>
            <a:ext cx="1062556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C6960-90E0-EA41-937B-E68D4C6A0841}" type="datetime9">
              <a:rPr lang="he-IL" smtClean="0"/>
              <a:t>8 מאי,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6A8D-C7E4-194A-BF0A-D552B24EBF94}" type="datetime9">
              <a:rPr lang="he-IL" smtClean="0"/>
              <a:t>8 מאי,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3E56AFE-36F7-8DA5-652B-89A25DA319A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62076" y="3438525"/>
            <a:ext cx="8934450" cy="234566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38FFFFD-68E9-C4E4-7764-523BAE32B83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165225" y="1579563"/>
            <a:ext cx="9064625" cy="4357028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43415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AE1C8-A9FA-924F-80DA-3B96C0343AF4}" type="datetime9">
              <a:rPr lang="he-IL" smtClean="0"/>
              <a:t>8 מאי,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F26D49-397F-B715-D50A-B77591A111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1558" y="1600201"/>
            <a:ext cx="8437945" cy="452596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AE1C8-A9FA-924F-80DA-3B96C0343AF4}" type="datetime9">
              <a:rPr lang="he-IL" smtClean="0"/>
              <a:t>8 מאי,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4" name="טבלה 3">
            <a:extLst>
              <a:ext uri="{FF2B5EF4-FFF2-40B4-BE49-F238E27FC236}">
                <a16:creationId xmlns:a16="http://schemas.microsoft.com/office/drawing/2014/main" id="{71812306-B812-4C50-F7A0-862C984F42D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78729032"/>
              </p:ext>
            </p:extLst>
          </p:nvPr>
        </p:nvGraphicFramePr>
        <p:xfrm>
          <a:off x="4672422" y="2231471"/>
          <a:ext cx="3600000" cy="2635803"/>
        </p:xfrm>
        <a:graphic>
          <a:graphicData uri="http://schemas.openxmlformats.org/drawingml/2006/table">
            <a:tbl>
              <a:tblPr rtl="1" firstRow="1" bandRow="1">
                <a:tableStyleId>{793D81CF-94F2-401A-BA57-92F5A7B2D0C5}</a:tableStyleId>
              </a:tblPr>
              <a:tblGrid>
                <a:gridCol w="600000">
                  <a:extLst>
                    <a:ext uri="{9D8B030D-6E8A-4147-A177-3AD203B41FA5}">
                      <a16:colId xmlns:a16="http://schemas.microsoft.com/office/drawing/2014/main" val="3224435564"/>
                    </a:ext>
                  </a:extLst>
                </a:gridCol>
                <a:gridCol w="600000">
                  <a:extLst>
                    <a:ext uri="{9D8B030D-6E8A-4147-A177-3AD203B41FA5}">
                      <a16:colId xmlns:a16="http://schemas.microsoft.com/office/drawing/2014/main" val="1520824301"/>
                    </a:ext>
                  </a:extLst>
                </a:gridCol>
                <a:gridCol w="600000">
                  <a:extLst>
                    <a:ext uri="{9D8B030D-6E8A-4147-A177-3AD203B41FA5}">
                      <a16:colId xmlns:a16="http://schemas.microsoft.com/office/drawing/2014/main" val="2907090588"/>
                    </a:ext>
                  </a:extLst>
                </a:gridCol>
                <a:gridCol w="600000">
                  <a:extLst>
                    <a:ext uri="{9D8B030D-6E8A-4147-A177-3AD203B41FA5}">
                      <a16:colId xmlns:a16="http://schemas.microsoft.com/office/drawing/2014/main" val="2141296278"/>
                    </a:ext>
                  </a:extLst>
                </a:gridCol>
                <a:gridCol w="600000">
                  <a:extLst>
                    <a:ext uri="{9D8B030D-6E8A-4147-A177-3AD203B41FA5}">
                      <a16:colId xmlns:a16="http://schemas.microsoft.com/office/drawing/2014/main" val="1831022972"/>
                    </a:ext>
                  </a:extLst>
                </a:gridCol>
                <a:gridCol w="600000">
                  <a:extLst>
                    <a:ext uri="{9D8B030D-6E8A-4147-A177-3AD203B41FA5}">
                      <a16:colId xmlns:a16="http://schemas.microsoft.com/office/drawing/2014/main" val="626801781"/>
                    </a:ext>
                  </a:extLst>
                </a:gridCol>
              </a:tblGrid>
              <a:tr h="618009">
                <a:tc>
                  <a:txBody>
                    <a:bodyPr/>
                    <a:lstStyle/>
                    <a:p>
                      <a:pPr marL="0" algn="ctr" defTabSz="457200" rtl="0" eaLnBrk="1" fontAlgn="ctr" latinLnBrk="0" hangingPunct="1"/>
                      <a:endParaRPr lang="he-IL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fontAlgn="ctr" latinLnBrk="0" hangingPunct="1"/>
                      <a:endParaRPr lang="he-IL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1" fontAlgn="ctr"/>
                      <a:endParaRPr lang="he-IL" sz="2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1" fontAlgn="ctr"/>
                      <a:endParaRPr lang="he-IL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fontAlgn="ctr" latinLnBrk="0" hangingPunct="1"/>
                      <a:endParaRPr lang="he-IL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fontAlgn="ctr" latinLnBrk="0" hangingPunct="1"/>
                      <a:endParaRPr lang="he-IL" sz="2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4863574"/>
                  </a:ext>
                </a:extLst>
              </a:tr>
              <a:tr h="1008897">
                <a:tc>
                  <a:txBody>
                    <a:bodyPr/>
                    <a:lstStyle/>
                    <a:p>
                      <a:pPr algn="ctr" rtl="1" fontAlgn="ctr"/>
                      <a:endParaRPr lang="he-IL" sz="2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1" fontAlgn="ctr"/>
                      <a:endParaRPr lang="he-IL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fontAlgn="ctr" latinLnBrk="0" hangingPunct="1"/>
                      <a:endParaRPr lang="he-IL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1" fontAlgn="ctr"/>
                      <a:endParaRPr lang="he-IL" sz="2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fontAlgn="ctr" latinLnBrk="0" hangingPunct="1"/>
                      <a:endParaRPr lang="he-IL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fontAlgn="ctr" latinLnBrk="0" hangingPunct="1"/>
                      <a:endParaRPr lang="he-IL" sz="2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0625601"/>
                  </a:ext>
                </a:extLst>
              </a:tr>
              <a:tr h="1008897">
                <a:tc>
                  <a:txBody>
                    <a:bodyPr/>
                    <a:lstStyle/>
                    <a:p>
                      <a:pPr algn="ctr" rtl="1" fontAlgn="ctr"/>
                      <a:endParaRPr lang="he-IL" sz="2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1" fontAlgn="ctr"/>
                      <a:endParaRPr lang="he-IL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1" fontAlgn="ctr"/>
                      <a:endParaRPr lang="he-IL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1" fontAlgn="ctr"/>
                      <a:endParaRPr lang="he-IL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1" fontAlgn="ctr"/>
                      <a:endParaRPr lang="he-IL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fontAlgn="ctr" latinLnBrk="0" hangingPunct="1"/>
                      <a:endParaRPr lang="he-IL" sz="2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75725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2468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92AE4-510D-3C40-B9B0-AA6693EED883}" type="datetime9">
              <a:rPr lang="he-IL" smtClean="0"/>
              <a:t>8 מאי,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1D8F28D-D1D2-34A5-D88A-549DD7AD70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6768" y="1600201"/>
            <a:ext cx="10635632" cy="452596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5D179-4B48-7641-AFA1-4656153FFCB8}" type="datetime9">
              <a:rPr lang="he-IL" smtClean="0"/>
              <a:t>8 מאי,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F1439EE-8346-69C4-2D2A-C45C952E131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6768" y="1600201"/>
            <a:ext cx="10635632" cy="452596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5291BFA-5674-76B5-89A7-703C97229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6A8D-C7E4-194A-BF0A-D552B24EBF94}" type="datetime9">
              <a:rPr lang="he-IL" smtClean="0"/>
              <a:t>8 מאי,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BE080CD-5224-9141-7E29-FC08A3B3FD7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62076" y="3438525"/>
            <a:ext cx="8934450" cy="234566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0A904EEE-C9D3-E47E-C69D-A4A1BC1D9F2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165225" y="1579563"/>
            <a:ext cx="9064625" cy="4357028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B2D52-0D9F-F345-8384-0DCA30BF1F04}" type="datetime9">
              <a:rPr lang="he-IL" smtClean="0"/>
              <a:t>8 מאי,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44ED6-1944-D14D-91B5-FC6036DE393D}" type="datetime9">
              <a:rPr lang="he-IL" smtClean="0"/>
              <a:t>8 מאי,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68E4D-FFEC-474C-BD1C-299FD021CBA4}" type="datetime9">
              <a:rPr lang="he-IL" smtClean="0"/>
              <a:t>8 מאי,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10972800"/>
                      <a:gd name="csY0" fmla="*/ 0 h 1143000"/>
                      <a:gd name="csX1" fmla="*/ 10972800 w 10972800"/>
                      <a:gd name="csY1" fmla="*/ 0 h 1143000"/>
                      <a:gd name="csX2" fmla="*/ 10972800 w 10972800"/>
                      <a:gd name="csY2" fmla="*/ 1143000 h 1143000"/>
                      <a:gd name="csX3" fmla="*/ 0 w 10972800"/>
                      <a:gd name="csY3" fmla="*/ 1143000 h 1143000"/>
                      <a:gd name="csX4" fmla="*/ 0 w 10972800"/>
                      <a:gd name="csY4" fmla="*/ 0 h 11430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0972800" h="1143000" fill="none" extrusionOk="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w="10972800" h="1143000" stroke="0" extrusionOk="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768" y="1600201"/>
            <a:ext cx="1063563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9E24A-D52C-CB4E-85D6-C52415601A2A}" type="datetime9">
              <a:rPr lang="he-IL" smtClean="0"/>
              <a:t>8 מאי,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 cap="sq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720016" y="-1088358"/>
            <a:ext cx="7329616" cy="7329616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14350" cap="sq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60" r:id="rId5"/>
    <p:sldLayoutId id="2147483653" r:id="rId6"/>
    <p:sldLayoutId id="2147483661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3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876E2397-57F2-61E8-F275-78F999F2E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599BCB3D-7831-8426-52DB-18C7C0CE8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946768" y="1600201"/>
            <a:ext cx="10635632" cy="4525963"/>
          </a:xfrm>
        </p:spPr>
        <p:txBody>
          <a:bodyPr/>
          <a:lstStyle/>
          <a:p>
            <a:endParaRPr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1C3436E2-9686-8904-0C66-493076DA7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D2903F91-ADF5-0D3D-0C23-E4B57A6B6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4294967295"/>
          </p:nvPr>
        </p:nvSpPr>
        <p:spPr>
          <a:xfrm>
            <a:off x="5717894" y="2569580"/>
            <a:ext cx="5864506" cy="3556584"/>
          </a:xfrm>
        </p:spPr>
        <p:txBody>
          <a:bodyPr/>
          <a:lstStyle/>
          <a:p>
            <a:endParaRPr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F93FB33-0758-9986-1DC6-188C959E7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D58C5CE-DFCF-660F-D9AE-777D3E9B9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328E0939-8F8B-B43F-DA05-A34B7851B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687CDEA9-10B5-22F5-B8CD-68B31B6E9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4294967295"/>
          </p:nvPr>
        </p:nvSpPr>
        <p:spPr>
          <a:xfrm>
            <a:off x="609600" y="1535113"/>
            <a:ext cx="5386917" cy="639762"/>
          </a:xfrm>
        </p:spPr>
        <p:txBody>
          <a:bodyPr>
            <a:normAutofit/>
          </a:bodyPr>
          <a:lstStyle/>
          <a:p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4294967295"/>
          </p:nvPr>
        </p:nvSpPr>
        <p:spPr>
          <a:xfrm>
            <a:off x="609600" y="2174875"/>
            <a:ext cx="5386917" cy="3951288"/>
          </a:xfrm>
        </p:spPr>
        <p:txBody>
          <a:bodyPr/>
          <a:lstStyle/>
          <a:p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4294967295"/>
          </p:nvPr>
        </p:nvSpPr>
        <p:spPr>
          <a:xfrm>
            <a:off x="6193368" y="1535113"/>
            <a:ext cx="5389033" cy="639762"/>
          </a:xfrm>
        </p:spPr>
        <p:txBody>
          <a:bodyPr>
            <a:normAutofit/>
          </a:bodyPr>
          <a:lstStyle/>
          <a:p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מציין מיקום של כותרת תחתונה 6">
            <a:extLst>
              <a:ext uri="{FF2B5EF4-FFF2-40B4-BE49-F238E27FC236}">
                <a16:creationId xmlns:a16="http://schemas.microsoft.com/office/drawing/2014/main" id="{CB82FDF4-9C9F-22B8-18ED-CF837F49B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8" name="מציין מיקום של מספר שקופית 7">
            <a:extLst>
              <a:ext uri="{FF2B5EF4-FFF2-40B4-BE49-F238E27FC236}">
                <a16:creationId xmlns:a16="http://schemas.microsoft.com/office/drawing/2014/main" id="{DC0FE5F5-87D6-AECA-801A-14FB02FB2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B6A18BE-6ED1-6004-CF55-9D5921395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EEABDF48-DC8D-BFDE-AEB2-DCF1EC8A6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AD429D21-3B08-1D7C-0020-C243FC959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852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946768" y="1600201"/>
            <a:ext cx="10635632" cy="4525963"/>
          </a:xfrm>
        </p:spPr>
        <p:txBody>
          <a:bodyPr/>
          <a:lstStyle/>
          <a:p>
            <a:endParaRPr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CFB49C87-11C1-D17C-A9D7-503E63311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5678E26E-66E1-047D-0890-F9E4A0658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כותרת 5">
            <a:extLst>
              <a:ext uri="{FF2B5EF4-FFF2-40B4-BE49-F238E27FC236}">
                <a16:creationId xmlns:a16="http://schemas.microsoft.com/office/drawing/2014/main" id="{8896758C-D79E-2387-EA5A-C4E165BAE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32C43410-120F-DE4A-379F-CD7C61165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EA6D13E3-A355-AF99-905E-BED63EE05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051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כותרת 4">
            <a:extLst>
              <a:ext uri="{FF2B5EF4-FFF2-40B4-BE49-F238E27FC236}">
                <a16:creationId xmlns:a16="http://schemas.microsoft.com/office/drawing/2014/main" id="{9A5D6AD1-8CA7-C681-9CC2-809C7202A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4FFB4159-AD1A-4709-42E0-20C9B8468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1B9FC3E3-39BF-D073-3FA8-0E28A5C9B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86E57666-F356-1AEC-3C40-640645AC0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044713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18</TotalTime>
  <Words>27</Words>
  <Application>Microsoft Macintosh PowerPoint</Application>
  <PresentationFormat>מסך רחב</PresentationFormat>
  <Paragraphs>18</Paragraphs>
  <Slides>9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Or Perets</cp:lastModifiedBy>
  <cp:revision>45</cp:revision>
  <dcterms:created xsi:type="dcterms:W3CDTF">2013-01-27T09:14:16Z</dcterms:created>
  <dcterms:modified xsi:type="dcterms:W3CDTF">2026-05-08T13:49:06Z</dcterms:modified>
  <cp:category/>
</cp:coreProperties>
</file>